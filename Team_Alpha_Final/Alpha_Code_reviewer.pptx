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71833" y="5363437"/>
            <a:ext cx="1160780" cy="0"/>
          </a:xfrm>
          <a:custGeom>
            <a:avLst/>
            <a:gdLst/>
            <a:ahLst/>
            <a:cxnLst/>
            <a:rect l="l" t="t" r="r" b="b"/>
            <a:pathLst>
              <a:path w="1160780" h="0">
                <a:moveTo>
                  <a:pt x="0" y="0"/>
                </a:moveTo>
                <a:lnTo>
                  <a:pt x="1160343" y="0"/>
                </a:lnTo>
              </a:path>
            </a:pathLst>
          </a:custGeom>
          <a:ln w="54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5017" y="1249181"/>
            <a:ext cx="3865245" cy="560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28163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28163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8491" y="2513592"/>
            <a:ext cx="2183856" cy="37452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28163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28163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40017" y="1215332"/>
            <a:ext cx="4013365" cy="805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28163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2.jpg"/><Relationship Id="rId8" Type="http://schemas.openxmlformats.org/officeDocument/2006/relationships/image" Target="../media/image13.jpg"/><Relationship Id="rId9" Type="http://schemas.openxmlformats.org/officeDocument/2006/relationships/image" Target="../media/image14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9798" y="921452"/>
            <a:ext cx="1090055" cy="19730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71647" y="1213352"/>
            <a:ext cx="2336603" cy="204870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748703" y="2813397"/>
            <a:ext cx="1249680" cy="3773170"/>
            <a:chOff x="5748703" y="2813397"/>
            <a:chExt cx="1249680" cy="377317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48703" y="4278306"/>
              <a:ext cx="1241152" cy="23081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622908" y="2813397"/>
              <a:ext cx="0" cy="1470660"/>
            </a:xfrm>
            <a:custGeom>
              <a:avLst/>
              <a:gdLst/>
              <a:ahLst/>
              <a:cxnLst/>
              <a:rect l="l" t="t" r="r" b="b"/>
              <a:pathLst>
                <a:path w="0" h="1470660">
                  <a:moveTo>
                    <a:pt x="0" y="1470312"/>
                  </a:moveTo>
                  <a:lnTo>
                    <a:pt x="0" y="0"/>
                  </a:lnTo>
                </a:path>
              </a:pathLst>
            </a:custGeom>
            <a:ln w="107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989858" y="2894482"/>
              <a:ext cx="0" cy="1389380"/>
            </a:xfrm>
            <a:custGeom>
              <a:avLst/>
              <a:gdLst/>
              <a:ahLst/>
              <a:cxnLst/>
              <a:rect l="l" t="t" r="r" b="b"/>
              <a:pathLst>
                <a:path w="0" h="1389379">
                  <a:moveTo>
                    <a:pt x="0" y="1389228"/>
                  </a:moveTo>
                  <a:lnTo>
                    <a:pt x="0" y="0"/>
                  </a:lnTo>
                </a:path>
              </a:pathLst>
            </a:custGeom>
            <a:ln w="161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611412" y="2607986"/>
            <a:ext cx="1149985" cy="0"/>
          </a:xfrm>
          <a:custGeom>
            <a:avLst/>
            <a:gdLst/>
            <a:ahLst/>
            <a:cxnLst/>
            <a:rect l="l" t="t" r="r" b="b"/>
            <a:pathLst>
              <a:path w="1149985" h="0">
                <a:moveTo>
                  <a:pt x="0" y="0"/>
                </a:moveTo>
                <a:lnTo>
                  <a:pt x="1149415" y="0"/>
                </a:lnTo>
              </a:path>
            </a:pathLst>
          </a:custGeom>
          <a:ln w="108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0500" y="6586480"/>
            <a:ext cx="10323195" cy="0"/>
          </a:xfrm>
          <a:custGeom>
            <a:avLst/>
            <a:gdLst/>
            <a:ahLst/>
            <a:cxnLst/>
            <a:rect l="l" t="t" r="r" b="b"/>
            <a:pathLst>
              <a:path w="10323195" h="0">
                <a:moveTo>
                  <a:pt x="0" y="0"/>
                </a:moveTo>
                <a:lnTo>
                  <a:pt x="10323152" y="0"/>
                </a:lnTo>
              </a:path>
            </a:pathLst>
          </a:custGeom>
          <a:ln w="54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596196" y="1404712"/>
            <a:ext cx="3562350" cy="102044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8255">
              <a:lnSpc>
                <a:spcPct val="120900"/>
              </a:lnSpc>
              <a:spcBef>
                <a:spcPts val="95"/>
              </a:spcBef>
              <a:tabLst>
                <a:tab pos="1223010" algn="l"/>
              </a:tabLst>
            </a:pPr>
            <a:r>
              <a:rPr dirty="0" sz="2700" spc="65">
                <a:solidFill>
                  <a:srgbClr val="261331"/>
                </a:solidFill>
              </a:rPr>
              <a:t>Alpha</a:t>
            </a:r>
            <a:r>
              <a:rPr dirty="0" sz="2700" spc="85">
                <a:solidFill>
                  <a:srgbClr val="261331"/>
                </a:solidFill>
              </a:rPr>
              <a:t> </a:t>
            </a:r>
            <a:r>
              <a:rPr dirty="0" sz="2700" spc="105">
                <a:solidFill>
                  <a:srgbClr val="261331"/>
                </a:solidFill>
              </a:rPr>
              <a:t>Code</a:t>
            </a:r>
            <a:r>
              <a:rPr dirty="0" sz="2700" spc="-50">
                <a:solidFill>
                  <a:srgbClr val="261331"/>
                </a:solidFill>
              </a:rPr>
              <a:t> </a:t>
            </a:r>
            <a:r>
              <a:rPr dirty="0" sz="2700" spc="70">
                <a:solidFill>
                  <a:srgbClr val="261331"/>
                </a:solidFill>
              </a:rPr>
              <a:t>Analyzer: </a:t>
            </a:r>
            <a:r>
              <a:rPr dirty="0" sz="2700">
                <a:solidFill>
                  <a:srgbClr val="261331"/>
                </a:solidFill>
              </a:rPr>
              <a:t>TCS</a:t>
            </a:r>
            <a:r>
              <a:rPr dirty="0" sz="2700" spc="-160">
                <a:solidFill>
                  <a:srgbClr val="261331"/>
                </a:solidFill>
              </a:rPr>
              <a:t> </a:t>
            </a:r>
            <a:r>
              <a:rPr dirty="0" sz="2700" spc="-25">
                <a:solidFill>
                  <a:srgbClr val="261331"/>
                </a:solidFill>
              </a:rPr>
              <a:t>Al</a:t>
            </a:r>
            <a:r>
              <a:rPr dirty="0" sz="2700">
                <a:solidFill>
                  <a:srgbClr val="261331"/>
                </a:solidFill>
              </a:rPr>
              <a:t>	</a:t>
            </a:r>
            <a:r>
              <a:rPr dirty="0" sz="2700" spc="95">
                <a:solidFill>
                  <a:srgbClr val="261331"/>
                </a:solidFill>
              </a:rPr>
              <a:t>Hackathon</a:t>
            </a:r>
            <a:endParaRPr sz="2700"/>
          </a:p>
        </p:txBody>
      </p:sp>
      <p:sp>
        <p:nvSpPr>
          <p:cNvPr id="11" name="object 11"/>
          <p:cNvSpPr txBox="1"/>
          <p:nvPr/>
        </p:nvSpPr>
        <p:spPr>
          <a:xfrm>
            <a:off x="604333" y="2751221"/>
            <a:ext cx="366204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4F385D"/>
                </a:solidFill>
                <a:latin typeface="Arial"/>
                <a:cs typeface="Arial"/>
              </a:rPr>
              <a:t>Automated,</a:t>
            </a:r>
            <a:r>
              <a:rPr dirty="0" sz="1150" spc="15">
                <a:solidFill>
                  <a:srgbClr val="4F385D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F385D"/>
                </a:solidFill>
                <a:latin typeface="Arial"/>
                <a:cs typeface="Arial"/>
              </a:rPr>
              <a:t>multi-source</a:t>
            </a:r>
            <a:r>
              <a:rPr dirty="0" sz="1150" spc="150">
                <a:solidFill>
                  <a:srgbClr val="4F385D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F385D"/>
                </a:solidFill>
                <a:latin typeface="Arial"/>
                <a:cs typeface="Arial"/>
              </a:rPr>
              <a:t>code</a:t>
            </a:r>
            <a:r>
              <a:rPr dirty="0" sz="1150" spc="-35">
                <a:solidFill>
                  <a:srgbClr val="4F385D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F385D"/>
                </a:solidFill>
                <a:latin typeface="Arial"/>
                <a:cs typeface="Arial"/>
              </a:rPr>
              <a:t>review</a:t>
            </a:r>
            <a:r>
              <a:rPr dirty="0" sz="1150" spc="10">
                <a:solidFill>
                  <a:srgbClr val="4F385D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F385D"/>
                </a:solidFill>
                <a:latin typeface="Arial"/>
                <a:cs typeface="Arial"/>
              </a:rPr>
              <a:t>and</a:t>
            </a:r>
            <a:r>
              <a:rPr dirty="0" sz="1150" spc="10">
                <a:solidFill>
                  <a:srgbClr val="4F385D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4F385D"/>
                </a:solidFill>
                <a:latin typeface="Arial"/>
                <a:cs typeface="Arial"/>
              </a:rPr>
              <a:t>optimization.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72063" y="1332563"/>
            <a:ext cx="1371600" cy="69024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 marR="5080" indent="17145">
              <a:lnSpc>
                <a:spcPct val="90400"/>
              </a:lnSpc>
              <a:spcBef>
                <a:spcPts val="285"/>
              </a:spcBef>
            </a:pPr>
            <a:r>
              <a:rPr dirty="0" sz="1550" spc="-20" b="1">
                <a:solidFill>
                  <a:srgbClr val="0E0E0E"/>
                </a:solidFill>
                <a:latin typeface="Times New Roman"/>
                <a:cs typeface="Times New Roman"/>
              </a:rPr>
              <a:t>TATA </a:t>
            </a:r>
            <a:r>
              <a:rPr dirty="0" sz="1550" spc="-130" b="1">
                <a:solidFill>
                  <a:srgbClr val="0E0E0E"/>
                </a:solidFill>
                <a:latin typeface="Arial"/>
                <a:cs typeface="Arial"/>
              </a:rPr>
              <a:t>CONSULTANCY </a:t>
            </a:r>
            <a:r>
              <a:rPr dirty="0" sz="1550" spc="-10" b="1">
                <a:solidFill>
                  <a:srgbClr val="3D2A1F"/>
                </a:solidFill>
                <a:latin typeface="Arial"/>
                <a:cs typeface="Arial"/>
              </a:rPr>
              <a:t>6</a:t>
            </a:r>
            <a:r>
              <a:rPr dirty="0" sz="1550" spc="-10" b="1">
                <a:solidFill>
                  <a:srgbClr val="0E0E0E"/>
                </a:solidFill>
                <a:latin typeface="Arial"/>
                <a:cs typeface="Arial"/>
              </a:rPr>
              <a:t>ERVICES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5629" y="4485071"/>
            <a:ext cx="2607310" cy="187325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705"/>
              </a:spcBef>
            </a:pPr>
            <a:r>
              <a:rPr dirty="0" sz="1200" spc="-50" b="1">
                <a:solidFill>
                  <a:srgbClr val="F49156"/>
                </a:solidFill>
                <a:latin typeface="Arial"/>
                <a:cs typeface="Arial"/>
              </a:rPr>
              <a:t>Avikanshit</a:t>
            </a:r>
            <a:r>
              <a:rPr dirty="0" sz="1200" spc="-20" b="1">
                <a:solidFill>
                  <a:srgbClr val="F49156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49156"/>
                </a:solidFill>
                <a:latin typeface="Arial"/>
                <a:cs typeface="Arial"/>
              </a:rPr>
              <a:t>Dogra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000" spc="-35">
                <a:solidFill>
                  <a:srgbClr val="4F385D"/>
                </a:solidFill>
                <a:latin typeface="Arial"/>
                <a:cs typeface="Arial"/>
              </a:rPr>
              <a:t>Team</a:t>
            </a:r>
            <a:r>
              <a:rPr dirty="0" sz="1000" spc="-125">
                <a:solidFill>
                  <a:srgbClr val="4F385D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5E4B6D"/>
                </a:solidFill>
                <a:latin typeface="Arial"/>
                <a:cs typeface="Arial"/>
              </a:rPr>
              <a:t>Alpha</a:t>
            </a:r>
            <a:r>
              <a:rPr dirty="0" sz="1000" spc="-75">
                <a:solidFill>
                  <a:srgbClr val="5E4B6D"/>
                </a:solidFill>
                <a:latin typeface="Arial"/>
                <a:cs typeface="Arial"/>
              </a:rPr>
              <a:t> </a:t>
            </a:r>
            <a:r>
              <a:rPr dirty="0" sz="1000" spc="-60">
                <a:solidFill>
                  <a:srgbClr val="5E4B6D"/>
                </a:solidFill>
                <a:latin typeface="Arial"/>
                <a:cs typeface="Arial"/>
              </a:rPr>
              <a:t>(TCS</a:t>
            </a:r>
            <a:r>
              <a:rPr dirty="0" sz="1000" spc="-114">
                <a:solidFill>
                  <a:srgbClr val="5E4B6D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5E4B6D"/>
                </a:solidFill>
                <a:latin typeface="Arial"/>
                <a:cs typeface="Arial"/>
              </a:rPr>
              <a:t>Al</a:t>
            </a:r>
            <a:r>
              <a:rPr dirty="0" sz="1000" spc="105">
                <a:solidFill>
                  <a:srgbClr val="5E4B6D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F385D"/>
                </a:solidFill>
                <a:latin typeface="Arial"/>
                <a:cs typeface="Arial"/>
              </a:rPr>
              <a:t>Hackathon)</a:t>
            </a:r>
            <a:r>
              <a:rPr dirty="0" sz="1000" spc="-50">
                <a:solidFill>
                  <a:srgbClr val="4F385D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4F385D"/>
                </a:solidFill>
                <a:latin typeface="Arial"/>
                <a:cs typeface="Arial"/>
              </a:rPr>
              <a:t>-</a:t>
            </a:r>
            <a:r>
              <a:rPr dirty="0" sz="1000" spc="-70">
                <a:solidFill>
                  <a:srgbClr val="4F385D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5E4B6D"/>
                </a:solidFill>
                <a:latin typeface="Arial"/>
                <a:cs typeface="Arial"/>
              </a:rPr>
              <a:t>30</a:t>
            </a:r>
            <a:r>
              <a:rPr dirty="0" sz="1000" spc="-10">
                <a:solidFill>
                  <a:srgbClr val="756482"/>
                </a:solidFill>
                <a:latin typeface="Arial"/>
                <a:cs typeface="Arial"/>
              </a:rPr>
              <a:t>/</a:t>
            </a:r>
            <a:r>
              <a:rPr dirty="0" sz="1000" spc="-10">
                <a:solidFill>
                  <a:srgbClr val="5E4B6D"/>
                </a:solidFill>
                <a:latin typeface="Arial"/>
                <a:cs typeface="Arial"/>
              </a:rPr>
              <a:t>04/2026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000">
              <a:latin typeface="Arial"/>
              <a:cs typeface="Arial"/>
            </a:endParaRPr>
          </a:p>
          <a:p>
            <a:pPr marL="13970" marR="1993900" indent="1905">
              <a:lnSpc>
                <a:spcPct val="121500"/>
              </a:lnSpc>
              <a:spcBef>
                <a:spcPts val="5"/>
              </a:spcBef>
            </a:pPr>
            <a:r>
              <a:rPr dirty="0" sz="1000" spc="-10">
                <a:solidFill>
                  <a:srgbClr val="4F385D"/>
                </a:solidFill>
                <a:latin typeface="Arial"/>
                <a:cs typeface="Arial"/>
              </a:rPr>
              <a:t>Members: Soham Surya </a:t>
            </a:r>
            <a:r>
              <a:rPr dirty="0" sz="1150" spc="-10">
                <a:solidFill>
                  <a:srgbClr val="4F385D"/>
                </a:solidFill>
                <a:latin typeface="Times New Roman"/>
                <a:cs typeface="Times New Roman"/>
              </a:rPr>
              <a:t>Ankit </a:t>
            </a:r>
            <a:r>
              <a:rPr dirty="0" sz="1000" spc="-10">
                <a:solidFill>
                  <a:srgbClr val="4F385D"/>
                </a:solidFill>
                <a:latin typeface="Arial"/>
                <a:cs typeface="Arial"/>
              </a:rPr>
              <a:t>Vishal </a:t>
            </a:r>
            <a:r>
              <a:rPr dirty="0" sz="1150" spc="-10">
                <a:solidFill>
                  <a:srgbClr val="4F385D"/>
                </a:solidFill>
                <a:latin typeface="Times New Roman"/>
                <a:cs typeface="Times New Roman"/>
              </a:rPr>
              <a:t>Gavin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2185" y="1163176"/>
            <a:ext cx="1790522" cy="27094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9658" y="4856708"/>
            <a:ext cx="444264" cy="44484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66482" y="4883667"/>
            <a:ext cx="0" cy="1456055"/>
          </a:xfrm>
          <a:custGeom>
            <a:avLst/>
            <a:gdLst/>
            <a:ahLst/>
            <a:cxnLst/>
            <a:rect l="l" t="t" r="r" b="b"/>
            <a:pathLst>
              <a:path w="0" h="1456054">
                <a:moveTo>
                  <a:pt x="0" y="1455844"/>
                </a:moveTo>
                <a:lnTo>
                  <a:pt x="0" y="0"/>
                </a:lnTo>
              </a:path>
            </a:pathLst>
          </a:custGeom>
          <a:ln w="67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6482" y="1122735"/>
            <a:ext cx="0" cy="2426970"/>
          </a:xfrm>
          <a:custGeom>
            <a:avLst/>
            <a:gdLst/>
            <a:ahLst/>
            <a:cxnLst/>
            <a:rect l="l" t="t" r="r" b="b"/>
            <a:pathLst>
              <a:path w="0" h="2426970">
                <a:moveTo>
                  <a:pt x="0" y="2426408"/>
                </a:moveTo>
                <a:lnTo>
                  <a:pt x="0" y="0"/>
                </a:lnTo>
              </a:path>
            </a:pathLst>
          </a:custGeom>
          <a:ln w="67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46396" y="1136215"/>
            <a:ext cx="0" cy="2413000"/>
          </a:xfrm>
          <a:custGeom>
            <a:avLst/>
            <a:gdLst/>
            <a:ahLst/>
            <a:cxnLst/>
            <a:rect l="l" t="t" r="r" b="b"/>
            <a:pathLst>
              <a:path w="0" h="2413000">
                <a:moveTo>
                  <a:pt x="0" y="2412928"/>
                </a:moveTo>
                <a:lnTo>
                  <a:pt x="0" y="0"/>
                </a:lnTo>
              </a:path>
            </a:pathLst>
          </a:custGeom>
          <a:ln w="67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70522" y="5247628"/>
            <a:ext cx="0" cy="1099185"/>
          </a:xfrm>
          <a:custGeom>
            <a:avLst/>
            <a:gdLst/>
            <a:ahLst/>
            <a:cxnLst/>
            <a:rect l="l" t="t" r="r" b="b"/>
            <a:pathLst>
              <a:path w="0" h="1099185">
                <a:moveTo>
                  <a:pt x="0" y="1098624"/>
                </a:moveTo>
                <a:lnTo>
                  <a:pt x="0" y="0"/>
                </a:lnTo>
              </a:path>
            </a:pathLst>
          </a:custGeom>
          <a:ln w="134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33095" y="3380643"/>
            <a:ext cx="0" cy="1092200"/>
          </a:xfrm>
          <a:custGeom>
            <a:avLst/>
            <a:gdLst/>
            <a:ahLst/>
            <a:cxnLst/>
            <a:rect l="l" t="t" r="r" b="b"/>
            <a:pathLst>
              <a:path w="0" h="1092200">
                <a:moveTo>
                  <a:pt x="0" y="1091883"/>
                </a:moveTo>
                <a:lnTo>
                  <a:pt x="0" y="0"/>
                </a:lnTo>
              </a:path>
            </a:pathLst>
          </a:custGeom>
          <a:ln w="67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08108" y="4775827"/>
            <a:ext cx="0" cy="694690"/>
          </a:xfrm>
          <a:custGeom>
            <a:avLst/>
            <a:gdLst/>
            <a:ahLst/>
            <a:cxnLst/>
            <a:rect l="l" t="t" r="r" b="b"/>
            <a:pathLst>
              <a:path w="0" h="694689">
                <a:moveTo>
                  <a:pt x="0" y="694222"/>
                </a:moveTo>
                <a:lnTo>
                  <a:pt x="0" y="0"/>
                </a:lnTo>
              </a:path>
            </a:pathLst>
          </a:custGeom>
          <a:ln w="67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141765" y="1163175"/>
            <a:ext cx="0" cy="1517015"/>
          </a:xfrm>
          <a:custGeom>
            <a:avLst/>
            <a:gdLst/>
            <a:ahLst/>
            <a:cxnLst/>
            <a:rect l="l" t="t" r="r" b="b"/>
            <a:pathLst>
              <a:path w="0" h="1517014">
                <a:moveTo>
                  <a:pt x="0" y="1516505"/>
                </a:moveTo>
                <a:lnTo>
                  <a:pt x="0" y="0"/>
                </a:lnTo>
              </a:path>
            </a:pathLst>
          </a:custGeom>
          <a:ln w="134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419902" y="4775827"/>
            <a:ext cx="0" cy="687705"/>
          </a:xfrm>
          <a:custGeom>
            <a:avLst/>
            <a:gdLst/>
            <a:ahLst/>
            <a:cxnLst/>
            <a:rect l="l" t="t" r="r" b="b"/>
            <a:pathLst>
              <a:path w="0" h="687704">
                <a:moveTo>
                  <a:pt x="0" y="687482"/>
                </a:moveTo>
                <a:lnTo>
                  <a:pt x="0" y="0"/>
                </a:lnTo>
              </a:path>
            </a:pathLst>
          </a:custGeom>
          <a:ln w="67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685384" y="3360422"/>
            <a:ext cx="0" cy="1105535"/>
          </a:xfrm>
          <a:custGeom>
            <a:avLst/>
            <a:gdLst/>
            <a:ahLst/>
            <a:cxnLst/>
            <a:rect l="l" t="t" r="r" b="b"/>
            <a:pathLst>
              <a:path w="0" h="1105535">
                <a:moveTo>
                  <a:pt x="0" y="1105364"/>
                </a:moveTo>
                <a:lnTo>
                  <a:pt x="0" y="0"/>
                </a:lnTo>
              </a:path>
            </a:pathLst>
          </a:custGeom>
          <a:ln w="67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288239" y="2430299"/>
            <a:ext cx="875665" cy="0"/>
          </a:xfrm>
          <a:custGeom>
            <a:avLst/>
            <a:gdLst/>
            <a:ahLst/>
            <a:cxnLst/>
            <a:rect l="l" t="t" r="r" b="b"/>
            <a:pathLst>
              <a:path w="875665" h="0">
                <a:moveTo>
                  <a:pt x="0" y="0"/>
                </a:moveTo>
                <a:lnTo>
                  <a:pt x="875067" y="0"/>
                </a:lnTo>
              </a:path>
            </a:pathLst>
          </a:custGeom>
          <a:ln w="6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251620" y="2430299"/>
            <a:ext cx="875665" cy="0"/>
          </a:xfrm>
          <a:custGeom>
            <a:avLst/>
            <a:gdLst/>
            <a:ahLst/>
            <a:cxnLst/>
            <a:rect l="l" t="t" r="r" b="b"/>
            <a:pathLst>
              <a:path w="875665" h="0">
                <a:moveTo>
                  <a:pt x="0" y="0"/>
                </a:moveTo>
                <a:lnTo>
                  <a:pt x="875068" y="0"/>
                </a:lnTo>
              </a:path>
            </a:pathLst>
          </a:custGeom>
          <a:ln w="6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235196" y="2430299"/>
            <a:ext cx="842010" cy="0"/>
          </a:xfrm>
          <a:custGeom>
            <a:avLst/>
            <a:gdLst/>
            <a:ahLst/>
            <a:cxnLst/>
            <a:rect l="l" t="t" r="r" b="b"/>
            <a:pathLst>
              <a:path w="842009" h="0">
                <a:moveTo>
                  <a:pt x="0" y="0"/>
                </a:moveTo>
                <a:lnTo>
                  <a:pt x="841410" y="0"/>
                </a:lnTo>
              </a:path>
            </a:pathLst>
          </a:custGeom>
          <a:ln w="6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458137" y="2484219"/>
            <a:ext cx="1083945" cy="0"/>
          </a:xfrm>
          <a:custGeom>
            <a:avLst/>
            <a:gdLst/>
            <a:ahLst/>
            <a:cxnLst/>
            <a:rect l="l" t="t" r="r" b="b"/>
            <a:pathLst>
              <a:path w="1083945" h="0">
                <a:moveTo>
                  <a:pt x="0" y="0"/>
                </a:moveTo>
                <a:lnTo>
                  <a:pt x="1083737" y="0"/>
                </a:lnTo>
              </a:path>
            </a:pathLst>
          </a:custGeom>
          <a:ln w="6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53020" y="3549143"/>
            <a:ext cx="1400175" cy="0"/>
          </a:xfrm>
          <a:custGeom>
            <a:avLst/>
            <a:gdLst/>
            <a:ahLst/>
            <a:cxnLst/>
            <a:rect l="l" t="t" r="r" b="b"/>
            <a:pathLst>
              <a:path w="1400175" h="0">
                <a:moveTo>
                  <a:pt x="0" y="0"/>
                </a:moveTo>
                <a:lnTo>
                  <a:pt x="1400107" y="0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094646" y="5463309"/>
            <a:ext cx="3325495" cy="0"/>
          </a:xfrm>
          <a:custGeom>
            <a:avLst/>
            <a:gdLst/>
            <a:ahLst/>
            <a:cxnLst/>
            <a:rect l="l" t="t" r="r" b="b"/>
            <a:pathLst>
              <a:path w="3325495" h="0">
                <a:moveTo>
                  <a:pt x="0" y="0"/>
                </a:moveTo>
                <a:lnTo>
                  <a:pt x="3325256" y="0"/>
                </a:lnTo>
              </a:path>
            </a:pathLst>
          </a:custGeom>
          <a:ln w="6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846396" y="6339511"/>
            <a:ext cx="1130935" cy="0"/>
          </a:xfrm>
          <a:custGeom>
            <a:avLst/>
            <a:gdLst/>
            <a:ahLst/>
            <a:cxnLst/>
            <a:rect l="l" t="t" r="r" b="b"/>
            <a:pathLst>
              <a:path w="1130935" h="0">
                <a:moveTo>
                  <a:pt x="0" y="0"/>
                </a:moveTo>
                <a:lnTo>
                  <a:pt x="1130856" y="0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2209885" y="1223835"/>
            <a:ext cx="1528445" cy="424815"/>
            <a:chOff x="2209885" y="1223835"/>
            <a:chExt cx="1528445" cy="424815"/>
          </a:xfrm>
        </p:grpSpPr>
        <p:sp>
          <p:nvSpPr>
            <p:cNvPr id="21" name="object 21"/>
            <p:cNvSpPr/>
            <p:nvPr/>
          </p:nvSpPr>
          <p:spPr>
            <a:xfrm>
              <a:off x="2209886" y="1223835"/>
              <a:ext cx="1528445" cy="424815"/>
            </a:xfrm>
            <a:custGeom>
              <a:avLst/>
              <a:gdLst/>
              <a:ahLst/>
              <a:cxnLst/>
              <a:rect l="l" t="t" r="r" b="b"/>
              <a:pathLst>
                <a:path w="1528445" h="424814">
                  <a:moveTo>
                    <a:pt x="0" y="6739"/>
                  </a:moveTo>
                  <a:lnTo>
                    <a:pt x="1528002" y="6739"/>
                  </a:lnTo>
                </a:path>
                <a:path w="1528445" h="424814">
                  <a:moveTo>
                    <a:pt x="6731" y="424622"/>
                  </a:moveTo>
                  <a:lnTo>
                    <a:pt x="6731" y="0"/>
                  </a:lnTo>
                </a:path>
                <a:path w="1528445" h="424814">
                  <a:moveTo>
                    <a:pt x="1521271" y="424622"/>
                  </a:moveTo>
                  <a:lnTo>
                    <a:pt x="1521271" y="0"/>
                  </a:lnTo>
                </a:path>
              </a:pathLst>
            </a:custGeom>
            <a:ln w="13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209886" y="1641716"/>
              <a:ext cx="1528445" cy="0"/>
            </a:xfrm>
            <a:custGeom>
              <a:avLst/>
              <a:gdLst/>
              <a:ahLst/>
              <a:cxnLst/>
              <a:rect l="l" t="t" r="r" b="b"/>
              <a:pathLst>
                <a:path w="1528445" h="0">
                  <a:moveTo>
                    <a:pt x="0" y="0"/>
                  </a:moveTo>
                  <a:lnTo>
                    <a:pt x="1528002" y="0"/>
                  </a:lnTo>
                </a:path>
              </a:pathLst>
            </a:custGeom>
            <a:ln w="6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2209885" y="1756297"/>
            <a:ext cx="1528445" cy="424815"/>
            <a:chOff x="2209885" y="1756297"/>
            <a:chExt cx="1528445" cy="424815"/>
          </a:xfrm>
        </p:grpSpPr>
        <p:sp>
          <p:nvSpPr>
            <p:cNvPr id="24" name="object 24"/>
            <p:cNvSpPr/>
            <p:nvPr/>
          </p:nvSpPr>
          <p:spPr>
            <a:xfrm>
              <a:off x="2216617" y="1756297"/>
              <a:ext cx="1515110" cy="424815"/>
            </a:xfrm>
            <a:custGeom>
              <a:avLst/>
              <a:gdLst/>
              <a:ahLst/>
              <a:cxnLst/>
              <a:rect l="l" t="t" r="r" b="b"/>
              <a:pathLst>
                <a:path w="1515110" h="424814">
                  <a:moveTo>
                    <a:pt x="0" y="6741"/>
                  </a:moveTo>
                  <a:lnTo>
                    <a:pt x="1514540" y="6741"/>
                  </a:lnTo>
                </a:path>
                <a:path w="1515110" h="424814">
                  <a:moveTo>
                    <a:pt x="0" y="424622"/>
                  </a:moveTo>
                  <a:lnTo>
                    <a:pt x="0" y="0"/>
                  </a:lnTo>
                </a:path>
                <a:path w="1515110" h="424814">
                  <a:moveTo>
                    <a:pt x="1514540" y="424622"/>
                  </a:moveTo>
                  <a:lnTo>
                    <a:pt x="1514540" y="0"/>
                  </a:lnTo>
                </a:path>
              </a:pathLst>
            </a:custGeom>
            <a:ln w="13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209886" y="2174179"/>
              <a:ext cx="1528445" cy="0"/>
            </a:xfrm>
            <a:custGeom>
              <a:avLst/>
              <a:gdLst/>
              <a:ahLst/>
              <a:cxnLst/>
              <a:rect l="l" t="t" r="r" b="b"/>
              <a:pathLst>
                <a:path w="1528445" h="0">
                  <a:moveTo>
                    <a:pt x="0" y="0"/>
                  </a:moveTo>
                  <a:lnTo>
                    <a:pt x="1528002" y="0"/>
                  </a:lnTo>
                </a:path>
              </a:pathLst>
            </a:custGeom>
            <a:ln w="6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/>
          <p:cNvGrpSpPr/>
          <p:nvPr/>
        </p:nvGrpSpPr>
        <p:grpSpPr>
          <a:xfrm>
            <a:off x="2209885" y="2288759"/>
            <a:ext cx="1528445" cy="418465"/>
            <a:chOff x="2209885" y="2288759"/>
            <a:chExt cx="1528445" cy="418465"/>
          </a:xfrm>
        </p:grpSpPr>
        <p:sp>
          <p:nvSpPr>
            <p:cNvPr id="27" name="object 27"/>
            <p:cNvSpPr/>
            <p:nvPr/>
          </p:nvSpPr>
          <p:spPr>
            <a:xfrm>
              <a:off x="2216617" y="2288759"/>
              <a:ext cx="1515110" cy="418465"/>
            </a:xfrm>
            <a:custGeom>
              <a:avLst/>
              <a:gdLst/>
              <a:ahLst/>
              <a:cxnLst/>
              <a:rect l="l" t="t" r="r" b="b"/>
              <a:pathLst>
                <a:path w="1515110" h="418464">
                  <a:moveTo>
                    <a:pt x="0" y="6739"/>
                  </a:moveTo>
                  <a:lnTo>
                    <a:pt x="1514540" y="6739"/>
                  </a:lnTo>
                </a:path>
                <a:path w="1515110" h="418464">
                  <a:moveTo>
                    <a:pt x="0" y="417880"/>
                  </a:moveTo>
                  <a:lnTo>
                    <a:pt x="0" y="0"/>
                  </a:lnTo>
                </a:path>
                <a:path w="1515110" h="418464">
                  <a:moveTo>
                    <a:pt x="1514540" y="417880"/>
                  </a:moveTo>
                  <a:lnTo>
                    <a:pt x="1514540" y="0"/>
                  </a:lnTo>
                </a:path>
              </a:pathLst>
            </a:custGeom>
            <a:ln w="13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209886" y="2699900"/>
              <a:ext cx="1528445" cy="0"/>
            </a:xfrm>
            <a:custGeom>
              <a:avLst/>
              <a:gdLst/>
              <a:ahLst/>
              <a:cxnLst/>
              <a:rect l="l" t="t" r="r" b="b"/>
              <a:pathLst>
                <a:path w="1528445" h="0">
                  <a:moveTo>
                    <a:pt x="0" y="0"/>
                  </a:moveTo>
                  <a:lnTo>
                    <a:pt x="1528002" y="0"/>
                  </a:lnTo>
                </a:path>
              </a:pathLst>
            </a:custGeom>
            <a:ln w="6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2209885" y="2807741"/>
            <a:ext cx="1528445" cy="424815"/>
            <a:chOff x="2209885" y="2807741"/>
            <a:chExt cx="1528445" cy="424815"/>
          </a:xfrm>
        </p:grpSpPr>
        <p:sp>
          <p:nvSpPr>
            <p:cNvPr id="30" name="object 30"/>
            <p:cNvSpPr/>
            <p:nvPr/>
          </p:nvSpPr>
          <p:spPr>
            <a:xfrm>
              <a:off x="2216617" y="2807741"/>
              <a:ext cx="1515110" cy="424815"/>
            </a:xfrm>
            <a:custGeom>
              <a:avLst/>
              <a:gdLst/>
              <a:ahLst/>
              <a:cxnLst/>
              <a:rect l="l" t="t" r="r" b="b"/>
              <a:pathLst>
                <a:path w="1515110" h="424814">
                  <a:moveTo>
                    <a:pt x="0" y="6739"/>
                  </a:moveTo>
                  <a:lnTo>
                    <a:pt x="1514540" y="6739"/>
                  </a:lnTo>
                </a:path>
                <a:path w="1515110" h="424814">
                  <a:moveTo>
                    <a:pt x="0" y="424620"/>
                  </a:moveTo>
                  <a:lnTo>
                    <a:pt x="0" y="0"/>
                  </a:lnTo>
                </a:path>
                <a:path w="1515110" h="424814">
                  <a:moveTo>
                    <a:pt x="1514540" y="424620"/>
                  </a:moveTo>
                  <a:lnTo>
                    <a:pt x="1514540" y="0"/>
                  </a:lnTo>
                </a:path>
              </a:pathLst>
            </a:custGeom>
            <a:ln w="13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209886" y="3225622"/>
              <a:ext cx="1528445" cy="0"/>
            </a:xfrm>
            <a:custGeom>
              <a:avLst/>
              <a:gdLst/>
              <a:ahLst/>
              <a:cxnLst/>
              <a:rect l="l" t="t" r="r" b="b"/>
              <a:pathLst>
                <a:path w="1528445" h="0">
                  <a:moveTo>
                    <a:pt x="0" y="0"/>
                  </a:moveTo>
                  <a:lnTo>
                    <a:pt x="1528002" y="0"/>
                  </a:lnTo>
                </a:path>
              </a:pathLst>
            </a:custGeom>
            <a:ln w="6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2209885" y="3333462"/>
            <a:ext cx="1528445" cy="424815"/>
            <a:chOff x="2209885" y="3333462"/>
            <a:chExt cx="1528445" cy="424815"/>
          </a:xfrm>
        </p:grpSpPr>
        <p:sp>
          <p:nvSpPr>
            <p:cNvPr id="33" name="object 33"/>
            <p:cNvSpPr/>
            <p:nvPr/>
          </p:nvSpPr>
          <p:spPr>
            <a:xfrm>
              <a:off x="2216617" y="3333462"/>
              <a:ext cx="1515110" cy="424815"/>
            </a:xfrm>
            <a:custGeom>
              <a:avLst/>
              <a:gdLst/>
              <a:ahLst/>
              <a:cxnLst/>
              <a:rect l="l" t="t" r="r" b="b"/>
              <a:pathLst>
                <a:path w="1515110" h="424814">
                  <a:moveTo>
                    <a:pt x="0" y="6739"/>
                  </a:moveTo>
                  <a:lnTo>
                    <a:pt x="1514540" y="6739"/>
                  </a:lnTo>
                </a:path>
                <a:path w="1515110" h="424814">
                  <a:moveTo>
                    <a:pt x="0" y="424620"/>
                  </a:moveTo>
                  <a:lnTo>
                    <a:pt x="0" y="0"/>
                  </a:lnTo>
                </a:path>
                <a:path w="1515110" h="424814">
                  <a:moveTo>
                    <a:pt x="1514540" y="424620"/>
                  </a:moveTo>
                  <a:lnTo>
                    <a:pt x="1514540" y="0"/>
                  </a:lnTo>
                </a:path>
              </a:pathLst>
            </a:custGeom>
            <a:ln w="13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209886" y="3751343"/>
              <a:ext cx="1528445" cy="0"/>
            </a:xfrm>
            <a:custGeom>
              <a:avLst/>
              <a:gdLst/>
              <a:ahLst/>
              <a:cxnLst/>
              <a:rect l="l" t="t" r="r" b="b"/>
              <a:pathLst>
                <a:path w="1528445" h="0">
                  <a:moveTo>
                    <a:pt x="0" y="0"/>
                  </a:moveTo>
                  <a:lnTo>
                    <a:pt x="1528002" y="0"/>
                  </a:lnTo>
                </a:path>
              </a:pathLst>
            </a:custGeom>
            <a:ln w="6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/>
          <p:nvPr/>
        </p:nvSpPr>
        <p:spPr>
          <a:xfrm>
            <a:off x="7063144" y="1392336"/>
            <a:ext cx="0" cy="970915"/>
          </a:xfrm>
          <a:custGeom>
            <a:avLst/>
            <a:gdLst/>
            <a:ahLst/>
            <a:cxnLst/>
            <a:rect l="l" t="t" r="r" b="b"/>
            <a:pathLst>
              <a:path w="0" h="970914">
                <a:moveTo>
                  <a:pt x="0" y="970563"/>
                </a:moveTo>
                <a:lnTo>
                  <a:pt x="0" y="0"/>
                </a:lnTo>
              </a:path>
            </a:pathLst>
          </a:custGeom>
          <a:ln w="134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258353" y="1392336"/>
            <a:ext cx="0" cy="970915"/>
          </a:xfrm>
          <a:custGeom>
            <a:avLst/>
            <a:gdLst/>
            <a:ahLst/>
            <a:cxnLst/>
            <a:rect l="l" t="t" r="r" b="b"/>
            <a:pathLst>
              <a:path w="0" h="970914">
                <a:moveTo>
                  <a:pt x="0" y="970563"/>
                </a:moveTo>
                <a:lnTo>
                  <a:pt x="0" y="0"/>
                </a:lnTo>
              </a:path>
            </a:pathLst>
          </a:custGeom>
          <a:ln w="134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106494" y="1392336"/>
            <a:ext cx="0" cy="970915"/>
          </a:xfrm>
          <a:custGeom>
            <a:avLst/>
            <a:gdLst/>
            <a:ahLst/>
            <a:cxnLst/>
            <a:rect l="l" t="t" r="r" b="b"/>
            <a:pathLst>
              <a:path w="0" h="970914">
                <a:moveTo>
                  <a:pt x="0" y="970563"/>
                </a:moveTo>
                <a:lnTo>
                  <a:pt x="0" y="0"/>
                </a:lnTo>
              </a:path>
            </a:pathLst>
          </a:custGeom>
          <a:ln w="134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6144324" y="1163175"/>
          <a:ext cx="4068445" cy="20135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83890"/>
                <a:gridCol w="424179"/>
                <a:gridCol w="296545"/>
                <a:gridCol w="81279"/>
              </a:tblGrid>
              <a:tr h="140970">
                <a:tc rowSpan="3">
                  <a:txBody>
                    <a:bodyPr/>
                    <a:lstStyle/>
                    <a:p>
                      <a:pPr marL="200025">
                        <a:lnSpc>
                          <a:spcPts val="1370"/>
                        </a:lnSpc>
                        <a:spcBef>
                          <a:spcPts val="415"/>
                        </a:spcBef>
                        <a:tabLst>
                          <a:tab pos="1257300" algn="l"/>
                          <a:tab pos="2293620" algn="l"/>
                        </a:tabLst>
                      </a:pPr>
                      <a:r>
                        <a:rPr dirty="0" sz="650">
                          <a:solidFill>
                            <a:srgbClr val="3F4D87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650">
                          <a:solidFill>
                            <a:srgbClr val="4B4F56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650">
                          <a:solidFill>
                            <a:srgbClr val="3F4D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650" spc="80">
                          <a:solidFill>
                            <a:srgbClr val="3F4D87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600">
                          <a:solidFill>
                            <a:srgbClr val="2D3B79"/>
                          </a:solidFill>
                          <a:latin typeface="Arial"/>
                          <a:cs typeface="Arial"/>
                        </a:rPr>
                        <a:t>Code</a:t>
                      </a:r>
                      <a:r>
                        <a:rPr dirty="0" sz="600" spc="-80">
                          <a:solidFill>
                            <a:srgbClr val="2D3B7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>
                          <a:solidFill>
                            <a:srgbClr val="3F4D87"/>
                          </a:solidFill>
                          <a:latin typeface="Arial"/>
                          <a:cs typeface="Arial"/>
                        </a:rPr>
                        <a:t>Splitting</a:t>
                      </a:r>
                      <a:r>
                        <a:rPr dirty="0" sz="600">
                          <a:solidFill>
                            <a:srgbClr val="3F4D87"/>
                          </a:solidFill>
                          <a:latin typeface="Arial"/>
                          <a:cs typeface="Arial"/>
                        </a:rPr>
                        <a:t>	4</a:t>
                      </a:r>
                      <a:r>
                        <a:rPr dirty="0" sz="600">
                          <a:solidFill>
                            <a:srgbClr val="343842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600">
                          <a:solidFill>
                            <a:srgbClr val="3F4D87"/>
                          </a:solidFill>
                          <a:latin typeface="Arial"/>
                          <a:cs typeface="Arial"/>
                        </a:rPr>
                        <a:t>2 </a:t>
                      </a:r>
                      <a:r>
                        <a:rPr dirty="0" sz="600" spc="-10">
                          <a:solidFill>
                            <a:srgbClr val="3F4D87"/>
                          </a:solidFill>
                          <a:latin typeface="Arial"/>
                          <a:cs typeface="Arial"/>
                        </a:rPr>
                        <a:t>Embedd</a:t>
                      </a:r>
                      <a:r>
                        <a:rPr dirty="0" sz="600" spc="-10">
                          <a:solidFill>
                            <a:srgbClr val="1D2B77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600" spc="-10">
                          <a:solidFill>
                            <a:srgbClr val="3F4D87"/>
                          </a:solidFill>
                          <a:latin typeface="Arial"/>
                          <a:cs typeface="Arial"/>
                        </a:rPr>
                        <a:t>ngs</a:t>
                      </a:r>
                      <a:r>
                        <a:rPr dirty="0" sz="600">
                          <a:solidFill>
                            <a:srgbClr val="3F4D87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3888" sz="900" b="1">
                          <a:solidFill>
                            <a:srgbClr val="3F4D87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dirty="0" baseline="13888" sz="900" b="1">
                          <a:solidFill>
                            <a:srgbClr val="343842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baseline="13888" sz="900" b="1">
                          <a:solidFill>
                            <a:srgbClr val="3F4D87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baseline="13888" sz="900" spc="82" b="1">
                          <a:solidFill>
                            <a:srgbClr val="3F4D8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3888" sz="900" spc="-15" b="1">
                          <a:solidFill>
                            <a:srgbClr val="3F4D87"/>
                          </a:solidFill>
                          <a:latin typeface="Arial"/>
                          <a:cs typeface="Arial"/>
                        </a:rPr>
                        <a:t>Vector</a:t>
                      </a:r>
                      <a:r>
                        <a:rPr dirty="0" baseline="13888" sz="900" spc="-52" b="1">
                          <a:solidFill>
                            <a:srgbClr val="3F4D8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3888" sz="900" spc="-15" b="1">
                          <a:solidFill>
                            <a:srgbClr val="3F4D87"/>
                          </a:solidFill>
                          <a:latin typeface="Arial"/>
                          <a:cs typeface="Arial"/>
                        </a:rPr>
                        <a:t>Store</a:t>
                      </a:r>
                      <a:endParaRPr baseline="13888" sz="900">
                        <a:latin typeface="Arial"/>
                        <a:cs typeface="Arial"/>
                      </a:endParaRPr>
                    </a:p>
                    <a:p>
                      <a:pPr algn="ctr" marR="103505">
                        <a:lnSpc>
                          <a:spcPts val="4810"/>
                        </a:lnSpc>
                        <a:tabLst>
                          <a:tab pos="959485" algn="l"/>
                          <a:tab pos="2063750" algn="l"/>
                        </a:tabLst>
                      </a:pPr>
                      <a:r>
                        <a:rPr dirty="0" sz="2850" spc="-25" i="1">
                          <a:solidFill>
                            <a:srgbClr val="2D3B79"/>
                          </a:solidFill>
                          <a:latin typeface="Times New Roman"/>
                          <a:cs typeface="Times New Roman"/>
                        </a:rPr>
                        <a:t>:k</a:t>
                      </a:r>
                      <a:r>
                        <a:rPr dirty="0" sz="2850" i="1">
                          <a:solidFill>
                            <a:srgbClr val="2D3B79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-23533" sz="10800" spc="82">
                          <a:solidFill>
                            <a:srgbClr val="343842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dirty="0" baseline="-23533" sz="10800">
                          <a:solidFill>
                            <a:srgbClr val="343842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4789" sz="4350" spc="-600">
                          <a:solidFill>
                            <a:srgbClr val="1D2B77"/>
                          </a:solidFill>
                          <a:latin typeface="Times New Roman"/>
                          <a:cs typeface="Times New Roman"/>
                        </a:rPr>
                        <a:t>@</a:t>
                      </a:r>
                      <a:endParaRPr baseline="4789" sz="4350">
                        <a:latin typeface="Times New Roman"/>
                        <a:cs typeface="Times New Roman"/>
                      </a:endParaRPr>
                    </a:p>
                    <a:p>
                      <a:pPr algn="ctr" marR="125730">
                        <a:lnSpc>
                          <a:spcPts val="415"/>
                        </a:lnSpc>
                        <a:tabLst>
                          <a:tab pos="1062990" algn="l"/>
                          <a:tab pos="2110740" algn="l"/>
                        </a:tabLst>
                      </a:pPr>
                      <a:r>
                        <a:rPr dirty="0" sz="55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CodeAwar</a:t>
                      </a:r>
                      <a:r>
                        <a:rPr dirty="0" sz="550" spc="-1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eTe</a:t>
                      </a:r>
                      <a:r>
                        <a:rPr dirty="0" sz="55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xt</a:t>
                      </a:r>
                      <a:r>
                        <a:rPr dirty="0" sz="550" spc="-1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dirty="0" sz="550" spc="-10">
                          <a:solidFill>
                            <a:srgbClr val="343842"/>
                          </a:solidFill>
                          <a:latin typeface="Arial"/>
                          <a:cs typeface="Arial"/>
                        </a:rPr>
                        <a:t>pl</a:t>
                      </a:r>
                      <a:r>
                        <a:rPr dirty="0" sz="550" spc="-10">
                          <a:solidFill>
                            <a:srgbClr val="7E8087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550" spc="-10">
                          <a:solidFill>
                            <a:srgbClr val="343842"/>
                          </a:solidFill>
                          <a:latin typeface="Arial"/>
                          <a:cs typeface="Arial"/>
                        </a:rPr>
                        <a:t>tt</a:t>
                      </a:r>
                      <a:r>
                        <a:rPr dirty="0" sz="550" spc="-1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e,</a:t>
                      </a:r>
                      <a:r>
                        <a:rPr dirty="0" sz="55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37037" sz="900" spc="-37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OpenA</a:t>
                      </a:r>
                      <a:r>
                        <a:rPr dirty="0" baseline="-37037" sz="900" spc="-37">
                          <a:solidFill>
                            <a:srgbClr val="262834"/>
                          </a:solidFill>
                          <a:latin typeface="Arial"/>
                          <a:cs typeface="Arial"/>
                        </a:rPr>
                        <a:t>I </a:t>
                      </a:r>
                      <a:r>
                        <a:rPr dirty="0" baseline="-37037" sz="900" spc="-15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baseline="-37037" sz="900" spc="-1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mbedding</a:t>
                      </a:r>
                      <a:r>
                        <a:rPr dirty="0" baseline="-37037" sz="900" spc="-15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dirty="0" baseline="-37037" sz="90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600" spc="-3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FA</a:t>
                      </a:r>
                      <a:r>
                        <a:rPr dirty="0" sz="600" spc="-35">
                          <a:solidFill>
                            <a:srgbClr val="7E8087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600" spc="-3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SS</a:t>
                      </a:r>
                      <a:r>
                        <a:rPr dirty="0" sz="600" spc="2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f,</a:t>
                      </a: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600" spc="-10">
                          <a:solidFill>
                            <a:srgbClr val="7E8087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dirty="0" sz="600" spc="-1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dirty="0" sz="600" spc="-1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ry</a:t>
                      </a:r>
                      <a:r>
                        <a:rPr dirty="0" sz="600" spc="-1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7804" indent="-60325">
                        <a:lnSpc>
                          <a:spcPct val="100000"/>
                        </a:lnSpc>
                        <a:spcBef>
                          <a:spcPts val="610"/>
                        </a:spcBef>
                        <a:buClr>
                          <a:srgbClr val="262834"/>
                        </a:buClr>
                        <a:buChar char="•"/>
                        <a:tabLst>
                          <a:tab pos="217804" algn="l"/>
                          <a:tab pos="1160145" algn="l"/>
                          <a:tab pos="2365375" algn="l"/>
                        </a:tabLst>
                      </a:pPr>
                      <a:r>
                        <a:rPr dirty="0" sz="550" spc="-4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550" spc="-4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dirty="0" sz="550" spc="-4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un.k</a:t>
                      </a:r>
                      <a:r>
                        <a:rPr dirty="0" sz="550" spc="-4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.s:i.2</a:t>
                      </a:r>
                      <a:r>
                        <a:rPr dirty="0" sz="550" spc="-4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550" spc="4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40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:=</a:t>
                      </a:r>
                      <a:r>
                        <a:rPr dirty="0" sz="400" spc="-5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2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550" spc="-2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500</a:t>
                      </a:r>
                      <a:r>
                        <a:rPr dirty="0" sz="55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22222" sz="750" spc="-44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(t</a:t>
                      </a:r>
                      <a:r>
                        <a:rPr dirty="0" baseline="-22222" sz="750" spc="-44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e,xt</a:t>
                      </a:r>
                      <a:r>
                        <a:rPr dirty="0" baseline="-22222" sz="75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22222" sz="750" spc="-15">
                          <a:solidFill>
                            <a:srgbClr val="7E8087"/>
                          </a:solidFill>
                          <a:latin typeface="Arial"/>
                          <a:cs typeface="Arial"/>
                        </a:rPr>
                        <a:t>..</a:t>
                      </a:r>
                      <a:r>
                        <a:rPr dirty="0" baseline="-20202" sz="825" spc="-15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emood</a:t>
                      </a:r>
                      <a:r>
                        <a:rPr dirty="0" baseline="-20202" sz="825" spc="-1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di</a:t>
                      </a:r>
                      <a:r>
                        <a:rPr dirty="0" baseline="-20202" sz="825" spc="-15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ng</a:t>
                      </a:r>
                      <a:r>
                        <a:rPr dirty="0" baseline="-20202" sz="825" spc="-15">
                          <a:solidFill>
                            <a:srgbClr val="8E939C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baseline="-20202" sz="825" spc="-15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ada</a:t>
                      </a:r>
                      <a:r>
                        <a:rPr dirty="0" baseline="-20202" sz="825" spc="-1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baseline="-20202" sz="825" spc="-37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00</a:t>
                      </a:r>
                      <a:r>
                        <a:rPr dirty="0" baseline="-20202" sz="825" spc="-37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baseline="-20202" sz="825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4629" sz="90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dirty="0" baseline="4629" sz="90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4629" sz="90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baseline="4629" sz="90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re</a:t>
                      </a:r>
                      <a:r>
                        <a:rPr dirty="0" baseline="4629" sz="900" spc="6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spc="-15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dirty="0" baseline="4629" sz="900" spc="-1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ector</a:t>
                      </a:r>
                      <a:endParaRPr baseline="4629" sz="900">
                        <a:latin typeface="Arial"/>
                        <a:cs typeface="Arial"/>
                      </a:endParaRPr>
                    </a:p>
                    <a:p>
                      <a:pPr marL="217804" indent="-60325">
                        <a:lnSpc>
                          <a:spcPct val="100000"/>
                        </a:lnSpc>
                        <a:spcBef>
                          <a:spcPts val="180"/>
                        </a:spcBef>
                        <a:buClr>
                          <a:srgbClr val="262834"/>
                        </a:buClr>
                        <a:buChar char="•"/>
                        <a:tabLst>
                          <a:tab pos="217804" algn="l"/>
                          <a:tab pos="2310130" algn="l"/>
                        </a:tabLst>
                      </a:pPr>
                      <a:r>
                        <a:rPr dirty="0" sz="55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chu</a:t>
                      </a:r>
                      <a:r>
                        <a:rPr dirty="0" sz="550">
                          <a:solidFill>
                            <a:srgbClr val="262834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55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"-overfap</a:t>
                      </a:r>
                      <a:r>
                        <a:rPr dirty="0" sz="550" spc="2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1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dirty="0" sz="550" spc="-2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25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550" spc="-2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00</a:t>
                      </a:r>
                      <a:r>
                        <a:rPr dirty="0" sz="55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4629" sz="900" spc="-15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rep</a:t>
                      </a:r>
                      <a:r>
                        <a:rPr dirty="0" baseline="4629" sz="900" spc="-15">
                          <a:solidFill>
                            <a:srgbClr val="343842"/>
                          </a:solidFill>
                          <a:latin typeface="Arial"/>
                          <a:cs typeface="Arial"/>
                        </a:rPr>
                        <a:t>resenta</a:t>
                      </a:r>
                      <a:r>
                        <a:rPr dirty="0" baseline="4629" sz="900" spc="-15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4629" sz="900" spc="-1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ions</a:t>
                      </a:r>
                      <a:endParaRPr baseline="4629" sz="900">
                        <a:latin typeface="Arial"/>
                        <a:cs typeface="Arial"/>
                      </a:endParaRPr>
                    </a:p>
                  </a:txBody>
                  <a:tcPr marL="0" marR="0" marB="0" marT="5270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252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270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600">
                          <a:solidFill>
                            <a:srgbClr val="3F4D87"/>
                          </a:solidFill>
                          <a:latin typeface="Arial"/>
                          <a:cs typeface="Arial"/>
                        </a:rPr>
                        <a:t>4.4</a:t>
                      </a:r>
                      <a:r>
                        <a:rPr dirty="0" sz="600" spc="-5">
                          <a:solidFill>
                            <a:srgbClr val="3F4D8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>
                          <a:solidFill>
                            <a:srgbClr val="3F4D87"/>
                          </a:solidFill>
                          <a:latin typeface="Arial"/>
                          <a:cs typeface="Arial"/>
                        </a:rPr>
                        <a:t>Retrieva</a:t>
                      </a:r>
                      <a:r>
                        <a:rPr dirty="0" sz="600" spc="-10">
                          <a:solidFill>
                            <a:srgbClr val="343842"/>
                          </a:solidFill>
                          <a:latin typeface="Arial"/>
                          <a:cs typeface="Arial"/>
                        </a:rPr>
                        <a:t>l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62560">
                        <a:lnSpc>
                          <a:spcPct val="100000"/>
                        </a:lnSpc>
                      </a:pPr>
                      <a:r>
                        <a:rPr dirty="0" sz="1000" spc="-50">
                          <a:solidFill>
                            <a:srgbClr val="2D3B79"/>
                          </a:solidFill>
                          <a:latin typeface="Arial"/>
                          <a:cs typeface="Arial"/>
                        </a:rPr>
                        <a:t>�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600" spc="-2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dirty="0" sz="600" spc="-2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im</a:t>
                      </a:r>
                      <a:r>
                        <a:rPr dirty="0" sz="600" spc="-2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dirty="0" sz="600" spc="-2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arity</a:t>
                      </a:r>
                      <a:r>
                        <a:rPr dirty="0" sz="600" spc="45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Se</a:t>
                      </a: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arch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124460" marR="99060" indent="-5715">
                        <a:lnSpc>
                          <a:spcPct val="125299"/>
                        </a:lnSpc>
                        <a:spcBef>
                          <a:spcPts val="370"/>
                        </a:spcBef>
                      </a:pPr>
                      <a:r>
                        <a:rPr dirty="0" sz="60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Top-K</a:t>
                      </a:r>
                      <a:r>
                        <a:rPr dirty="0" sz="600" spc="-6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rele</a:t>
                      </a:r>
                      <a:r>
                        <a:rPr dirty="0" sz="600" spc="-1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ant</a:t>
                      </a:r>
                      <a:r>
                        <a:rPr dirty="0" sz="600" spc="50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600">
                          <a:solidFill>
                            <a:srgbClr val="262834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dirty="0" sz="60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unks</a:t>
                      </a:r>
                      <a:r>
                        <a:rPr dirty="0" sz="600" spc="-2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dirty="0" sz="600" b="1">
                          <a:solidFill>
                            <a:srgbClr val="262834"/>
                          </a:solidFill>
                          <a:latin typeface="Arial"/>
                          <a:cs typeface="Arial"/>
                        </a:rPr>
                        <a:t>k</a:t>
                      </a:r>
                      <a:r>
                        <a:rPr dirty="0" sz="600" spc="5" b="1">
                          <a:solidFill>
                            <a:srgbClr val="2628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dirty="0" sz="600" spc="-2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8</a:t>
                      </a:r>
                      <a:r>
                        <a:rPr dirty="0" sz="600" spc="-25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489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270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9847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9" name="object 39"/>
          <p:cNvSpPr/>
          <p:nvPr/>
        </p:nvSpPr>
        <p:spPr>
          <a:xfrm>
            <a:off x="8294971" y="1304716"/>
            <a:ext cx="875665" cy="0"/>
          </a:xfrm>
          <a:custGeom>
            <a:avLst/>
            <a:gdLst/>
            <a:ahLst/>
            <a:cxnLst/>
            <a:rect l="l" t="t" r="r" b="b"/>
            <a:pathLst>
              <a:path w="875665" h="0">
                <a:moveTo>
                  <a:pt x="0" y="0"/>
                </a:moveTo>
                <a:lnTo>
                  <a:pt x="875067" y="0"/>
                </a:lnTo>
              </a:path>
            </a:pathLst>
          </a:custGeom>
          <a:ln w="6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258353" y="1324936"/>
            <a:ext cx="875665" cy="0"/>
          </a:xfrm>
          <a:custGeom>
            <a:avLst/>
            <a:gdLst/>
            <a:ahLst/>
            <a:cxnLst/>
            <a:rect l="l" t="t" r="r" b="b"/>
            <a:pathLst>
              <a:path w="875665" h="0">
                <a:moveTo>
                  <a:pt x="0" y="0"/>
                </a:moveTo>
                <a:lnTo>
                  <a:pt x="875067" y="0"/>
                </a:lnTo>
              </a:path>
            </a:pathLst>
          </a:custGeom>
          <a:ln w="6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235196" y="1324936"/>
            <a:ext cx="848360" cy="0"/>
          </a:xfrm>
          <a:custGeom>
            <a:avLst/>
            <a:gdLst/>
            <a:ahLst/>
            <a:cxnLst/>
            <a:rect l="l" t="t" r="r" b="b"/>
            <a:pathLst>
              <a:path w="848359" h="0">
                <a:moveTo>
                  <a:pt x="0" y="0"/>
                </a:moveTo>
                <a:lnTo>
                  <a:pt x="848141" y="0"/>
                </a:lnTo>
              </a:path>
            </a:pathLst>
          </a:custGeom>
          <a:ln w="6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912902" y="3387383"/>
            <a:ext cx="4779645" cy="0"/>
          </a:xfrm>
          <a:custGeom>
            <a:avLst/>
            <a:gdLst/>
            <a:ahLst/>
            <a:cxnLst/>
            <a:rect l="l" t="t" r="r" b="b"/>
            <a:pathLst>
              <a:path w="4779645" h="0">
                <a:moveTo>
                  <a:pt x="0" y="0"/>
                </a:moveTo>
                <a:lnTo>
                  <a:pt x="4779215" y="0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912902" y="4459046"/>
            <a:ext cx="4792980" cy="0"/>
          </a:xfrm>
          <a:custGeom>
            <a:avLst/>
            <a:gdLst/>
            <a:ahLst/>
            <a:cxnLst/>
            <a:rect l="l" t="t" r="r" b="b"/>
            <a:pathLst>
              <a:path w="4792980" h="0">
                <a:moveTo>
                  <a:pt x="0" y="0"/>
                </a:moveTo>
                <a:lnTo>
                  <a:pt x="4792677" y="0"/>
                </a:lnTo>
              </a:path>
            </a:pathLst>
          </a:custGeom>
          <a:ln w="6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235196" y="1392336"/>
            <a:ext cx="0" cy="970915"/>
          </a:xfrm>
          <a:custGeom>
            <a:avLst/>
            <a:gdLst/>
            <a:ahLst/>
            <a:cxnLst/>
            <a:rect l="l" t="t" r="r" b="b"/>
            <a:pathLst>
              <a:path w="0" h="970914">
                <a:moveTo>
                  <a:pt x="0" y="970563"/>
                </a:moveTo>
                <a:lnTo>
                  <a:pt x="0" y="0"/>
                </a:lnTo>
              </a:path>
            </a:pathLst>
          </a:custGeom>
          <a:ln w="134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388623" y="247892"/>
            <a:ext cx="3917950" cy="57785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1800" b="1">
                <a:solidFill>
                  <a:srgbClr val="0A0C24"/>
                </a:solidFill>
                <a:latin typeface="Arial"/>
                <a:cs typeface="Arial"/>
              </a:rPr>
              <a:t>Alpha</a:t>
            </a:r>
            <a:r>
              <a:rPr dirty="0" sz="1800" spc="-20" b="1">
                <a:solidFill>
                  <a:srgbClr val="0A0C24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A0C24"/>
                </a:solidFill>
                <a:latin typeface="Arial"/>
                <a:cs typeface="Arial"/>
              </a:rPr>
              <a:t>Code</a:t>
            </a:r>
            <a:r>
              <a:rPr dirty="0" sz="1800" spc="15" b="1">
                <a:solidFill>
                  <a:srgbClr val="0A0C24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A0C24"/>
                </a:solidFill>
                <a:latin typeface="Arial"/>
                <a:cs typeface="Arial"/>
              </a:rPr>
              <a:t>Analyzer</a:t>
            </a:r>
            <a:r>
              <a:rPr dirty="0" sz="1800" spc="-20" b="1">
                <a:solidFill>
                  <a:srgbClr val="0A0C24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A0C24"/>
                </a:solidFill>
                <a:latin typeface="Arial"/>
                <a:cs typeface="Arial"/>
              </a:rPr>
              <a:t>-</a:t>
            </a:r>
            <a:r>
              <a:rPr dirty="0" sz="1800" spc="360" b="1">
                <a:solidFill>
                  <a:srgbClr val="0A0C24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A0C24"/>
                </a:solidFill>
                <a:latin typeface="Arial"/>
                <a:cs typeface="Arial"/>
              </a:rPr>
              <a:t>Architecture</a:t>
            </a:r>
            <a:endParaRPr sz="1800">
              <a:latin typeface="Arial"/>
              <a:cs typeface="Arial"/>
            </a:endParaRPr>
          </a:p>
          <a:p>
            <a:pPr algn="ctr" marL="8890">
              <a:lnSpc>
                <a:spcPct val="100000"/>
              </a:lnSpc>
              <a:spcBef>
                <a:spcPts val="345"/>
              </a:spcBef>
            </a:pPr>
            <a:r>
              <a:rPr dirty="0" sz="1050">
                <a:solidFill>
                  <a:srgbClr val="262834"/>
                </a:solidFill>
                <a:latin typeface="Arial"/>
                <a:cs typeface="Arial"/>
              </a:rPr>
              <a:t>RAG</a:t>
            </a:r>
            <a:r>
              <a:rPr dirty="0" sz="1050">
                <a:solidFill>
                  <a:srgbClr val="0A0C24"/>
                </a:solidFill>
                <a:latin typeface="Arial"/>
                <a:cs typeface="Arial"/>
              </a:rPr>
              <a:t>-</a:t>
            </a:r>
            <a:r>
              <a:rPr dirty="0" sz="1050">
                <a:solidFill>
                  <a:srgbClr val="262834"/>
                </a:solidFill>
                <a:latin typeface="Arial"/>
                <a:cs typeface="Arial"/>
              </a:rPr>
              <a:t>Powered</a:t>
            </a:r>
            <a:r>
              <a:rPr dirty="0" sz="1050" spc="114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62834"/>
                </a:solidFill>
                <a:latin typeface="Arial"/>
                <a:cs typeface="Arial"/>
              </a:rPr>
              <a:t>Al</a:t>
            </a:r>
            <a:r>
              <a:rPr dirty="0" sz="1050" spc="200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43842"/>
                </a:solidFill>
                <a:latin typeface="Arial"/>
                <a:cs typeface="Arial"/>
              </a:rPr>
              <a:t>Code</a:t>
            </a:r>
            <a:r>
              <a:rPr dirty="0" sz="1050" spc="1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62834"/>
                </a:solidFill>
                <a:latin typeface="Arial"/>
                <a:cs typeface="Arial"/>
              </a:rPr>
              <a:t>Review</a:t>
            </a:r>
            <a:r>
              <a:rPr dirty="0" sz="1050" spc="110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62834"/>
                </a:solidFill>
                <a:latin typeface="Arial"/>
                <a:cs typeface="Arial"/>
              </a:rPr>
              <a:t>&amp;</a:t>
            </a:r>
            <a:r>
              <a:rPr dirty="0" sz="1050" spc="110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62834"/>
                </a:solidFill>
                <a:latin typeface="Arial"/>
                <a:cs typeface="Arial"/>
              </a:rPr>
              <a:t>Analysis</a:t>
            </a:r>
            <a:r>
              <a:rPr dirty="0" sz="1050" spc="70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62834"/>
                </a:solidFill>
                <a:latin typeface="Arial"/>
                <a:cs typeface="Arial"/>
              </a:rPr>
              <a:t>Assistant</a:t>
            </a:r>
            <a:endParaRPr sz="10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0957" y="969187"/>
            <a:ext cx="892810" cy="104775"/>
          </a:xfrm>
          <a:prstGeom prst="rect">
            <a:avLst/>
          </a:prstGeom>
          <a:solidFill>
            <a:srgbClr val="133F93"/>
          </a:solidFill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dirty="0" sz="600">
                <a:solidFill>
                  <a:srgbClr val="C8E9ED"/>
                </a:solidFill>
                <a:latin typeface="Arial"/>
                <a:cs typeface="Arial"/>
              </a:rPr>
              <a:t>1.</a:t>
            </a:r>
            <a:r>
              <a:rPr dirty="0" sz="600" spc="190">
                <a:solidFill>
                  <a:srgbClr val="C8E9ED"/>
                </a:solidFill>
                <a:latin typeface="Arial"/>
                <a:cs typeface="Arial"/>
              </a:rPr>
              <a:t> </a:t>
            </a:r>
            <a:r>
              <a:rPr dirty="0" sz="600" spc="110">
                <a:solidFill>
                  <a:srgbClr val="C8E9ED"/>
                </a:solidFill>
                <a:latin typeface="Arial"/>
                <a:cs typeface="Arial"/>
              </a:rPr>
              <a:t>INPUT</a:t>
            </a:r>
            <a:r>
              <a:rPr dirty="0" sz="600" spc="-40">
                <a:solidFill>
                  <a:srgbClr val="C8E9ED"/>
                </a:solidFill>
                <a:latin typeface="Arial"/>
                <a:cs typeface="Arial"/>
              </a:rPr>
              <a:t> </a:t>
            </a:r>
            <a:r>
              <a:rPr dirty="0" sz="600" spc="70">
                <a:solidFill>
                  <a:srgbClr val="C8E9ED"/>
                </a:solidFill>
                <a:latin typeface="Arial"/>
                <a:cs typeface="Arial"/>
              </a:rPr>
              <a:t>SOURCES</a:t>
            </a:r>
            <a:endParaRPr sz="6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39445" y="1165752"/>
            <a:ext cx="490220" cy="281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0">
              <a:lnSpc>
                <a:spcPct val="140000"/>
              </a:lnSpc>
              <a:spcBef>
                <a:spcPts val="100"/>
              </a:spcBef>
            </a:pP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P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a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s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te</a:t>
            </a:r>
            <a:r>
              <a:rPr dirty="0" sz="600" spc="200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600" spc="-20">
                <a:solidFill>
                  <a:srgbClr val="343842"/>
                </a:solidFill>
                <a:latin typeface="Arial"/>
                <a:cs typeface="Arial"/>
              </a:rPr>
              <a:t>Code</a:t>
            </a:r>
            <a:r>
              <a:rPr dirty="0" sz="600" spc="50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Ma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n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ua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l</a:t>
            </a:r>
            <a:r>
              <a:rPr dirty="0" sz="600" spc="5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inp</a:t>
            </a:r>
            <a:r>
              <a:rPr dirty="0" sz="600" spc="-10">
                <a:solidFill>
                  <a:srgbClr val="262834"/>
                </a:solidFill>
                <a:latin typeface="Arial"/>
                <a:cs typeface="Arial"/>
              </a:rPr>
              <a:t>ut</a:t>
            </a:r>
            <a:endParaRPr sz="6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34937" y="1857397"/>
            <a:ext cx="269875" cy="0"/>
          </a:xfrm>
          <a:custGeom>
            <a:avLst/>
            <a:gdLst/>
            <a:ahLst/>
            <a:cxnLst/>
            <a:rect l="l" t="t" r="r" b="b"/>
            <a:pathLst>
              <a:path w="269875" h="0">
                <a:moveTo>
                  <a:pt x="0" y="0"/>
                </a:moveTo>
                <a:lnTo>
                  <a:pt x="269251" y="0"/>
                </a:lnTo>
              </a:path>
            </a:pathLst>
          </a:custGeom>
          <a:ln w="12731">
            <a:solidFill>
              <a:srgbClr val="1F77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522237" y="1071467"/>
            <a:ext cx="297180" cy="824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105"/>
              </a:spcBef>
            </a:pPr>
            <a:r>
              <a:rPr dirty="0" sz="2950" spc="140">
                <a:solidFill>
                  <a:srgbClr val="1F6BC4"/>
                </a:solidFill>
                <a:latin typeface="Arial"/>
                <a:cs typeface="Arial"/>
              </a:rPr>
              <a:t>II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1000" spc="40">
                <a:solidFill>
                  <a:srgbClr val="1F776E"/>
                </a:solidFill>
                <a:latin typeface="Arial"/>
                <a:cs typeface="Arial"/>
              </a:rPr>
              <a:t>�</a:t>
            </a:r>
            <a:endParaRPr sz="10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39139" y="1563416"/>
            <a:ext cx="565150" cy="268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32700"/>
              </a:lnSpc>
              <a:spcBef>
                <a:spcPts val="100"/>
              </a:spcBef>
            </a:pPr>
            <a:r>
              <a:rPr dirty="0" sz="600" spc="10">
                <a:solidFill>
                  <a:srgbClr val="343842"/>
                </a:solidFill>
                <a:latin typeface="Arial"/>
                <a:cs typeface="Arial"/>
              </a:rPr>
              <a:t>Up</a:t>
            </a:r>
            <a:r>
              <a:rPr dirty="0" sz="600" spc="10">
                <a:solidFill>
                  <a:srgbClr val="0A0C24"/>
                </a:solidFill>
                <a:latin typeface="Arial"/>
                <a:cs typeface="Arial"/>
              </a:rPr>
              <a:t>l</a:t>
            </a:r>
            <a:r>
              <a:rPr dirty="0" sz="600" spc="10">
                <a:solidFill>
                  <a:srgbClr val="262834"/>
                </a:solidFill>
                <a:latin typeface="Arial"/>
                <a:cs typeface="Arial"/>
              </a:rPr>
              <a:t>o</a:t>
            </a: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a</a:t>
            </a:r>
            <a:r>
              <a:rPr dirty="0" sz="600" spc="10">
                <a:solidFill>
                  <a:srgbClr val="262834"/>
                </a:solidFill>
                <a:latin typeface="Arial"/>
                <a:cs typeface="Arial"/>
              </a:rPr>
              <a:t>d</a:t>
            </a:r>
            <a:r>
              <a:rPr dirty="0" sz="600" spc="210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600" spc="-20">
                <a:solidFill>
                  <a:srgbClr val="262834"/>
                </a:solidFill>
                <a:latin typeface="Arial"/>
                <a:cs typeface="Arial"/>
              </a:rPr>
              <a:t>File</a:t>
            </a:r>
            <a:r>
              <a:rPr dirty="0" sz="600" spc="500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S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i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ng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l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e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co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d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e </a:t>
            </a:r>
            <a:r>
              <a:rPr dirty="0" sz="600" spc="-20">
                <a:solidFill>
                  <a:srgbClr val="343842"/>
                </a:solidFill>
                <a:latin typeface="Arial"/>
                <a:cs typeface="Arial"/>
              </a:rPr>
              <a:t>file</a:t>
            </a:r>
            <a:endParaRPr sz="6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27576" y="2108308"/>
            <a:ext cx="1333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0" i="1">
                <a:solidFill>
                  <a:srgbClr val="562D9A"/>
                </a:solidFill>
                <a:latin typeface="Arial"/>
                <a:cs typeface="Arial"/>
              </a:rPr>
              <a:t>�</a:t>
            </a:r>
            <a:endParaRPr sz="10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39139" y="1961075"/>
            <a:ext cx="792480" cy="268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100"/>
              </a:spcBef>
            </a:pPr>
            <a:r>
              <a:rPr dirty="0" sz="600" spc="10">
                <a:solidFill>
                  <a:srgbClr val="343842"/>
                </a:solidFill>
                <a:latin typeface="Arial"/>
                <a:cs typeface="Arial"/>
              </a:rPr>
              <a:t>Up</a:t>
            </a:r>
            <a:r>
              <a:rPr dirty="0" sz="600" spc="10">
                <a:solidFill>
                  <a:srgbClr val="0A0C24"/>
                </a:solidFill>
                <a:latin typeface="Arial"/>
                <a:cs typeface="Arial"/>
              </a:rPr>
              <a:t>l</a:t>
            </a:r>
            <a:r>
              <a:rPr dirty="0" sz="600" spc="10">
                <a:solidFill>
                  <a:srgbClr val="343842"/>
                </a:solidFill>
                <a:latin typeface="Arial"/>
                <a:cs typeface="Arial"/>
              </a:rPr>
              <a:t>oad</a:t>
            </a:r>
            <a:r>
              <a:rPr dirty="0" sz="600" spc="16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 spc="50">
                <a:solidFill>
                  <a:srgbClr val="343842"/>
                </a:solidFill>
                <a:latin typeface="Arial"/>
                <a:cs typeface="Arial"/>
              </a:rPr>
              <a:t>Folder</a:t>
            </a:r>
            <a:r>
              <a:rPr dirty="0" sz="600" spc="-5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(ZIP)</a:t>
            </a:r>
            <a:r>
              <a:rPr dirty="0" sz="600" spc="50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 spc="10">
                <a:solidFill>
                  <a:srgbClr val="343842"/>
                </a:solidFill>
                <a:latin typeface="Arial"/>
                <a:cs typeface="Arial"/>
              </a:rPr>
              <a:t>Extract</a:t>
            </a:r>
            <a:r>
              <a:rPr dirty="0" sz="600" spc="-2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 spc="20">
                <a:solidFill>
                  <a:srgbClr val="343842"/>
                </a:solidFill>
                <a:latin typeface="Arial"/>
                <a:cs typeface="Arial"/>
              </a:rPr>
              <a:t>&amp; read</a:t>
            </a:r>
            <a:r>
              <a:rPr dirty="0" sz="600" spc="-8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fi</a:t>
            </a:r>
            <a:r>
              <a:rPr dirty="0" sz="600" spc="-10">
                <a:solidFill>
                  <a:srgbClr val="0A0C24"/>
                </a:solidFill>
                <a:latin typeface="Arial"/>
                <a:cs typeface="Arial"/>
              </a:rPr>
              <a:t>l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es</a:t>
            </a:r>
            <a:endParaRPr sz="6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46580" y="2263702"/>
            <a:ext cx="235585" cy="4610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50" spc="-50" b="1">
                <a:latin typeface="Arial"/>
                <a:cs typeface="Arial"/>
              </a:rPr>
              <a:t>0</a:t>
            </a:r>
            <a:endParaRPr sz="28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39139" y="2345257"/>
            <a:ext cx="753110" cy="28194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385"/>
              </a:spcBef>
            </a:pPr>
            <a:r>
              <a:rPr dirty="0" sz="600" spc="55">
                <a:solidFill>
                  <a:srgbClr val="262834"/>
                </a:solidFill>
                <a:latin typeface="Arial"/>
                <a:cs typeface="Arial"/>
              </a:rPr>
              <a:t>GitHub</a:t>
            </a:r>
            <a:r>
              <a:rPr dirty="0" sz="600" spc="-40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600" spc="40">
                <a:solidFill>
                  <a:srgbClr val="262834"/>
                </a:solidFill>
                <a:latin typeface="Arial"/>
                <a:cs typeface="Arial"/>
              </a:rPr>
              <a:t>Link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Repo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/</a:t>
            </a:r>
            <a:r>
              <a:rPr dirty="0" sz="600" spc="245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path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/</a:t>
            </a:r>
            <a:r>
              <a:rPr dirty="0" sz="600" spc="229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branc</a:t>
            </a:r>
            <a:r>
              <a:rPr dirty="0" sz="600" spc="-10">
                <a:solidFill>
                  <a:srgbClr val="262834"/>
                </a:solidFill>
                <a:latin typeface="Arial"/>
                <a:cs typeface="Arial"/>
              </a:rPr>
              <a:t>h</a:t>
            </a:r>
            <a:endParaRPr sz="6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28796" y="2665108"/>
            <a:ext cx="307340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450" spc="-80" b="1">
                <a:solidFill>
                  <a:srgbClr val="C16E2F"/>
                </a:solidFill>
                <a:latin typeface="Times New Roman"/>
                <a:cs typeface="Times New Roman"/>
              </a:rPr>
              <a:t>a</a:t>
            </a:r>
            <a:r>
              <a:rPr dirty="0" sz="2450" spc="-1425" b="1">
                <a:solidFill>
                  <a:srgbClr val="C16E2F"/>
                </a:solidFill>
                <a:latin typeface="Times New Roman"/>
                <a:cs typeface="Times New Roman"/>
              </a:rPr>
              <a:t>"</a:t>
            </a:r>
            <a:r>
              <a:rPr dirty="0" baseline="-24444" sz="1875" spc="-104" b="1">
                <a:solidFill>
                  <a:srgbClr val="C16E2F"/>
                </a:solidFill>
                <a:latin typeface="Arial"/>
                <a:cs typeface="Arial"/>
              </a:rPr>
              <a:t>0</a:t>
            </a:r>
            <a:endParaRPr baseline="-24444" sz="1875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41123" y="2742918"/>
            <a:ext cx="578485" cy="389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8430">
              <a:lnSpc>
                <a:spcPct val="132700"/>
              </a:lnSpc>
              <a:spcBef>
                <a:spcPts val="100"/>
              </a:spcBef>
            </a:pPr>
            <a:r>
              <a:rPr dirty="0" sz="600" spc="55">
                <a:solidFill>
                  <a:srgbClr val="343842"/>
                </a:solidFill>
                <a:latin typeface="Arial"/>
                <a:cs typeface="Arial"/>
              </a:rPr>
              <a:t>Custom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G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itHub</a:t>
            </a:r>
            <a:r>
              <a:rPr dirty="0" sz="600" spc="45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600" spc="-20">
                <a:solidFill>
                  <a:srgbClr val="343842"/>
                </a:solidFill>
                <a:latin typeface="Arial"/>
                <a:cs typeface="Arial"/>
              </a:rPr>
              <a:t>Link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550">
                <a:solidFill>
                  <a:srgbClr val="4B4F56"/>
                </a:solidFill>
                <a:latin typeface="Arial"/>
                <a:cs typeface="Arial"/>
              </a:rPr>
              <a:t>+</a:t>
            </a:r>
            <a:r>
              <a:rPr dirty="0" sz="550" spc="2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262834"/>
                </a:solidFill>
                <a:latin typeface="Arial"/>
                <a:cs typeface="Arial"/>
              </a:rPr>
              <a:t>R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equiremen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t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45190" y="3023828"/>
            <a:ext cx="337820" cy="568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550" spc="-585">
                <a:solidFill>
                  <a:srgbClr val="1F776E"/>
                </a:solidFill>
                <a:latin typeface="Arial"/>
                <a:cs typeface="Arial"/>
              </a:rPr>
              <a:t>m</a:t>
            </a:r>
            <a:endParaRPr sz="35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34392" y="3214719"/>
            <a:ext cx="443865" cy="281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445">
              <a:lnSpc>
                <a:spcPct val="140000"/>
              </a:lnSpc>
              <a:spcBef>
                <a:spcPts val="100"/>
              </a:spcBef>
            </a:pPr>
            <a:r>
              <a:rPr dirty="0" sz="600" spc="-10">
                <a:solidFill>
                  <a:srgbClr val="262834"/>
                </a:solidFill>
                <a:latin typeface="Arial"/>
                <a:cs typeface="Arial"/>
              </a:rPr>
              <a:t>Exp</a:t>
            </a:r>
            <a:r>
              <a:rPr dirty="0" sz="600" spc="-10">
                <a:solidFill>
                  <a:srgbClr val="0A0C24"/>
                </a:solidFill>
                <a:latin typeface="Arial"/>
                <a:cs typeface="Arial"/>
              </a:rPr>
              <a:t>l</a:t>
            </a: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ain</a:t>
            </a:r>
            <a:r>
              <a:rPr dirty="0" sz="600" spc="50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G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it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H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u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b</a:t>
            </a:r>
            <a:r>
              <a:rPr dirty="0" sz="600" spc="10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L</a:t>
            </a:r>
            <a:r>
              <a:rPr dirty="0" sz="600" spc="-20">
                <a:solidFill>
                  <a:srgbClr val="0A0C24"/>
                </a:solidFill>
                <a:latin typeface="Arial"/>
                <a:cs typeface="Arial"/>
              </a:rPr>
              <a:t>i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n</a:t>
            </a:r>
            <a:r>
              <a:rPr dirty="0" sz="600" spc="-20">
                <a:solidFill>
                  <a:srgbClr val="262834"/>
                </a:solidFill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268026" y="988256"/>
            <a:ext cx="1489075" cy="143510"/>
          </a:xfrm>
          <a:prstGeom prst="rect">
            <a:avLst/>
          </a:prstGeom>
          <a:solidFill>
            <a:srgbClr val="156954"/>
          </a:solidFill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r>
              <a:rPr dirty="0" sz="800" b="1">
                <a:solidFill>
                  <a:srgbClr val="C8E9ED"/>
                </a:solidFill>
                <a:latin typeface="Times New Roman"/>
                <a:cs typeface="Times New Roman"/>
              </a:rPr>
              <a:t>2</a:t>
            </a:r>
            <a:r>
              <a:rPr dirty="0" sz="800" b="1">
                <a:solidFill>
                  <a:srgbClr val="A7F7E8"/>
                </a:solidFill>
                <a:latin typeface="Times New Roman"/>
                <a:cs typeface="Times New Roman"/>
              </a:rPr>
              <a:t>.</a:t>
            </a:r>
            <a:r>
              <a:rPr dirty="0" sz="800" spc="-15" b="1">
                <a:solidFill>
                  <a:srgbClr val="A7F7E8"/>
                </a:solidFill>
                <a:latin typeface="Times New Roman"/>
                <a:cs typeface="Times New Roman"/>
              </a:rPr>
              <a:t> </a:t>
            </a:r>
            <a:r>
              <a:rPr dirty="0" sz="750" spc="-35" b="1">
                <a:solidFill>
                  <a:srgbClr val="C8E9ED"/>
                </a:solidFill>
                <a:latin typeface="Arial"/>
                <a:cs typeface="Arial"/>
              </a:rPr>
              <a:t>INGESTION</a:t>
            </a:r>
            <a:r>
              <a:rPr dirty="0" sz="750" spc="25" b="1">
                <a:solidFill>
                  <a:srgbClr val="C8E9ED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C8E9ED"/>
                </a:solidFill>
                <a:latin typeface="Arial"/>
                <a:cs typeface="Arial"/>
              </a:rPr>
              <a:t>&amp;</a:t>
            </a:r>
            <a:r>
              <a:rPr dirty="0" sz="750" spc="60">
                <a:solidFill>
                  <a:srgbClr val="C8E9ED"/>
                </a:solidFill>
                <a:latin typeface="Arial"/>
                <a:cs typeface="Arial"/>
              </a:rPr>
              <a:t> </a:t>
            </a:r>
            <a:r>
              <a:rPr dirty="0" sz="750" spc="-45" b="1">
                <a:solidFill>
                  <a:srgbClr val="C8E9ED"/>
                </a:solidFill>
                <a:latin typeface="Arial"/>
                <a:cs typeface="Arial"/>
              </a:rPr>
              <a:t>PREPROCESSING</a:t>
            </a:r>
            <a:endParaRPr sz="7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353434" y="1240342"/>
            <a:ext cx="18859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100" spc="-85">
                <a:solidFill>
                  <a:srgbClr val="5B8070"/>
                </a:solidFill>
                <a:latin typeface="Times New Roman"/>
                <a:cs typeface="Times New Roman"/>
              </a:rPr>
              <a:t>D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664561" y="1236991"/>
            <a:ext cx="902335" cy="37909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3175">
              <a:lnSpc>
                <a:spcPct val="100000"/>
              </a:lnSpc>
              <a:spcBef>
                <a:spcPts val="409"/>
              </a:spcBef>
            </a:pPr>
            <a:r>
              <a:rPr dirty="0" sz="600" spc="20">
                <a:solidFill>
                  <a:srgbClr val="4B4F56"/>
                </a:solidFill>
                <a:latin typeface="Arial"/>
                <a:cs typeface="Arial"/>
              </a:rPr>
              <a:t>File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Discovery</a:t>
            </a:r>
            <a:endParaRPr sz="600">
              <a:latin typeface="Arial"/>
              <a:cs typeface="Arial"/>
            </a:endParaRPr>
          </a:p>
          <a:p>
            <a:pPr marL="1905">
              <a:lnSpc>
                <a:spcPct val="100000"/>
              </a:lnSpc>
              <a:spcBef>
                <a:spcPts val="285"/>
              </a:spcBef>
            </a:pPr>
            <a:r>
              <a:rPr dirty="0" sz="550" spc="10">
                <a:solidFill>
                  <a:srgbClr val="64676E"/>
                </a:solidFill>
                <a:latin typeface="Arial"/>
                <a:cs typeface="Arial"/>
              </a:rPr>
              <a:t>W</a:t>
            </a:r>
            <a:r>
              <a:rPr dirty="0" sz="550" spc="10">
                <a:solidFill>
                  <a:srgbClr val="4B4F56"/>
                </a:solidFill>
                <a:latin typeface="Arial"/>
                <a:cs typeface="Arial"/>
              </a:rPr>
              <a:t>alk</a:t>
            </a:r>
            <a:r>
              <a:rPr dirty="0" sz="550" spc="6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4B4F56"/>
                </a:solidFill>
                <a:latin typeface="Arial"/>
                <a:cs typeface="Arial"/>
              </a:rPr>
              <a:t>d</a:t>
            </a:r>
            <a:r>
              <a:rPr dirty="0" sz="550" spc="10">
                <a:solidFill>
                  <a:srgbClr val="64676E"/>
                </a:solidFill>
                <a:latin typeface="Arial"/>
                <a:cs typeface="Arial"/>
              </a:rPr>
              <a:t>i</a:t>
            </a:r>
            <a:r>
              <a:rPr dirty="0" sz="550" spc="10">
                <a:solidFill>
                  <a:srgbClr val="262834"/>
                </a:solidFill>
                <a:latin typeface="Arial"/>
                <a:cs typeface="Arial"/>
              </a:rPr>
              <a:t>r</a:t>
            </a:r>
            <a:r>
              <a:rPr dirty="0" sz="550" spc="10">
                <a:solidFill>
                  <a:srgbClr val="64676E"/>
                </a:solidFill>
                <a:latin typeface="Arial"/>
                <a:cs typeface="Arial"/>
              </a:rPr>
              <a:t>e</a:t>
            </a:r>
            <a:r>
              <a:rPr dirty="0" sz="550" spc="10">
                <a:solidFill>
                  <a:srgbClr val="4B4F56"/>
                </a:solidFill>
                <a:latin typeface="Arial"/>
                <a:cs typeface="Arial"/>
              </a:rPr>
              <a:t>ctory</a:t>
            </a:r>
            <a:r>
              <a:rPr dirty="0" sz="550" spc="10">
                <a:solidFill>
                  <a:srgbClr val="64676E"/>
                </a:solidFill>
                <a:latin typeface="Arial"/>
                <a:cs typeface="Arial"/>
              </a:rPr>
              <a:t>/</a:t>
            </a:r>
            <a:r>
              <a:rPr dirty="0" sz="550" spc="235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4B4F56"/>
                </a:solidFill>
                <a:latin typeface="Arial"/>
                <a:cs typeface="Arial"/>
              </a:rPr>
              <a:t>parse</a:t>
            </a:r>
            <a:r>
              <a:rPr dirty="0" sz="550" spc="-5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64676E"/>
                </a:solidFill>
                <a:latin typeface="Arial"/>
                <a:cs typeface="Arial"/>
              </a:rPr>
              <a:t>r</a:t>
            </a:r>
            <a:r>
              <a:rPr dirty="0" sz="550" spc="-20">
                <a:solidFill>
                  <a:srgbClr val="4B4F56"/>
                </a:solidFill>
                <a:latin typeface="Arial"/>
                <a:cs typeface="Arial"/>
              </a:rPr>
              <a:t>epo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collect</a:t>
            </a:r>
            <a:r>
              <a:rPr dirty="0" sz="600" spc="2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fi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l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e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926923" y="1616286"/>
            <a:ext cx="8509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62834"/>
                </a:solidFill>
                <a:latin typeface="Arial"/>
                <a:cs typeface="Arial"/>
              </a:rPr>
              <a:t>♦</a:t>
            </a:r>
            <a:endParaRPr sz="10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320597" y="1748465"/>
            <a:ext cx="24828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45" b="1">
                <a:solidFill>
                  <a:srgbClr val="38776B"/>
                </a:solidFill>
                <a:latin typeface="Times New Roman"/>
                <a:cs typeface="Times New Roman"/>
              </a:rPr>
              <a:t>T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649344" y="1785835"/>
            <a:ext cx="738505" cy="268605"/>
          </a:xfrm>
          <a:prstGeom prst="rect">
            <a:avLst/>
          </a:prstGeom>
        </p:spPr>
        <p:txBody>
          <a:bodyPr wrap="square" lIns="0" tIns="42544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334"/>
              </a:spcBef>
            </a:pPr>
            <a:r>
              <a:rPr dirty="0" sz="600" spc="20">
                <a:solidFill>
                  <a:srgbClr val="4B4F56"/>
                </a:solidFill>
                <a:latin typeface="Arial"/>
                <a:cs typeface="Arial"/>
              </a:rPr>
              <a:t>File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Filtering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Ke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e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p</a:t>
            </a:r>
            <a:r>
              <a:rPr dirty="0" sz="600" spc="-2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o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n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l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y</a:t>
            </a:r>
            <a:r>
              <a:rPr dirty="0" sz="600" spc="1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supported</a:t>
            </a:r>
            <a:endParaRPr sz="6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651861" y="2044652"/>
            <a:ext cx="59118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code</a:t>
            </a:r>
            <a:r>
              <a:rPr dirty="0" sz="600" spc="-5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e</a:t>
            </a:r>
            <a:r>
              <a:rPr dirty="0" sz="600" spc="-10">
                <a:solidFill>
                  <a:srgbClr val="262834"/>
                </a:solidFill>
                <a:latin typeface="Arial"/>
                <a:cs typeface="Arial"/>
              </a:rPr>
              <a:t>xt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ensions</a:t>
            </a:r>
            <a:endParaRPr sz="6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914049" y="2025181"/>
            <a:ext cx="99060" cy="407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spc="-350">
                <a:solidFill>
                  <a:srgbClr val="262834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312111" y="2307512"/>
            <a:ext cx="14414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50" i="1">
                <a:solidFill>
                  <a:srgbClr val="4B4F56"/>
                </a:solidFill>
                <a:latin typeface="Times New Roman"/>
                <a:cs typeface="Times New Roman"/>
              </a:rPr>
              <a:t>(i)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651404" y="2311556"/>
            <a:ext cx="1026160" cy="268605"/>
          </a:xfrm>
          <a:prstGeom prst="rect">
            <a:avLst/>
          </a:prstGeom>
        </p:spPr>
        <p:txBody>
          <a:bodyPr wrap="square" lIns="0" tIns="425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600" spc="30">
                <a:solidFill>
                  <a:srgbClr val="4B4F56"/>
                </a:solidFill>
                <a:latin typeface="Arial"/>
                <a:cs typeface="Arial"/>
              </a:rPr>
              <a:t>Size</a:t>
            </a:r>
            <a:r>
              <a:rPr dirty="0" sz="600" spc="-5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Check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Skip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fi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l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es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&gt;</a:t>
            </a:r>
            <a:r>
              <a:rPr dirty="0" sz="600" spc="-30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 spc="-40">
                <a:solidFill>
                  <a:srgbClr val="4B4F56"/>
                </a:solidFill>
                <a:latin typeface="Arial"/>
                <a:cs typeface="Arial"/>
              </a:rPr>
              <a:t>MAX_</a:t>
            </a:r>
            <a:r>
              <a:rPr dirty="0" sz="600" spc="-40">
                <a:solidFill>
                  <a:srgbClr val="262834"/>
                </a:solidFill>
                <a:latin typeface="Arial"/>
                <a:cs typeface="Arial"/>
              </a:rPr>
              <a:t>FI</a:t>
            </a:r>
            <a:r>
              <a:rPr dirty="0" sz="600" spc="-40">
                <a:solidFill>
                  <a:srgbClr val="4B4F56"/>
                </a:solidFill>
                <a:latin typeface="Arial"/>
                <a:cs typeface="Arial"/>
              </a:rPr>
              <a:t>I.E_SI</a:t>
            </a:r>
            <a:r>
              <a:rPr dirty="0" sz="600" spc="-40">
                <a:solidFill>
                  <a:srgbClr val="64676E"/>
                </a:solidFill>
                <a:latin typeface="Arial"/>
                <a:cs typeface="Arial"/>
              </a:rPr>
              <a:t>Z</a:t>
            </a:r>
            <a:r>
              <a:rPr dirty="0" sz="600" spc="-40">
                <a:solidFill>
                  <a:srgbClr val="4B4F56"/>
                </a:solidFill>
                <a:latin typeface="Arial"/>
                <a:cs typeface="Arial"/>
              </a:rPr>
              <a:t>E_K8</a:t>
            </a:r>
            <a:endParaRPr sz="6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650260" y="2570374"/>
            <a:ext cx="37147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64676E"/>
                </a:solidFill>
                <a:latin typeface="Arial"/>
                <a:cs typeface="Arial"/>
              </a:rPr>
              <a:t>(5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,000</a:t>
            </a:r>
            <a:r>
              <a:rPr dirty="0" sz="600" spc="1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343842"/>
                </a:solidFill>
                <a:latin typeface="Arial"/>
                <a:cs typeface="Arial"/>
              </a:rPr>
              <a:t>KB</a:t>
            </a:r>
            <a:r>
              <a:rPr dirty="0" sz="600" spc="-25">
                <a:solidFill>
                  <a:srgbClr val="64676E"/>
                </a:solidFill>
                <a:latin typeface="Arial"/>
                <a:cs typeface="Arial"/>
              </a:rPr>
              <a:t>)</a:t>
            </a:r>
            <a:endParaRPr sz="6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914049" y="2550902"/>
            <a:ext cx="99060" cy="407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spc="-350">
                <a:solidFill>
                  <a:srgbClr val="262834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285833" y="2984510"/>
            <a:ext cx="889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50">
                <a:solidFill>
                  <a:srgbClr val="4B4F56"/>
                </a:solidFill>
                <a:latin typeface="Arial"/>
                <a:cs typeface="Arial"/>
              </a:rPr>
              <a:t>�</a:t>
            </a:r>
            <a:endParaRPr sz="10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648885" y="2837280"/>
            <a:ext cx="597535" cy="268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05">
              <a:lnSpc>
                <a:spcPct val="132700"/>
              </a:lnSpc>
              <a:spcBef>
                <a:spcPts val="100"/>
              </a:spcBef>
            </a:pP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Safe</a:t>
            </a:r>
            <a:r>
              <a:rPr dirty="0" sz="600" spc="9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Read</a:t>
            </a:r>
            <a:r>
              <a:rPr dirty="0" sz="600" spc="50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R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ead </a:t>
            </a:r>
            <a:r>
              <a:rPr dirty="0" sz="600" spc="45">
                <a:solidFill>
                  <a:srgbClr val="4B4F56"/>
                </a:solidFill>
                <a:latin typeface="Arial"/>
                <a:cs typeface="Arial"/>
              </a:rPr>
              <a:t>with</a:t>
            </a:r>
            <a:r>
              <a:rPr dirty="0" sz="600" spc="45">
                <a:solidFill>
                  <a:srgbClr val="64676E"/>
                </a:solidFill>
                <a:latin typeface="Arial"/>
                <a:cs typeface="Arial"/>
              </a:rPr>
              <a:t>utf</a:t>
            </a:r>
            <a:r>
              <a:rPr dirty="0" sz="600" spc="45">
                <a:solidFill>
                  <a:srgbClr val="4B4F56"/>
                </a:solidFill>
                <a:latin typeface="Arial"/>
                <a:cs typeface="Arial"/>
              </a:rPr>
              <a:t>-</a:t>
            </a:r>
            <a:r>
              <a:rPr dirty="0" sz="600" spc="-25">
                <a:solidFill>
                  <a:srgbClr val="4B4F56"/>
                </a:solidFill>
                <a:latin typeface="Arial"/>
                <a:cs typeface="Arial"/>
              </a:rPr>
              <a:t>8</a:t>
            </a:r>
            <a:r>
              <a:rPr dirty="0" sz="600" spc="-25">
                <a:solidFill>
                  <a:srgbClr val="64676E"/>
                </a:solidFill>
                <a:latin typeface="Arial"/>
                <a:cs typeface="Arial"/>
              </a:rPr>
              <a:t>,</a:t>
            </a:r>
            <a:endParaRPr sz="6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652434" y="3089730"/>
            <a:ext cx="46990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7E8087"/>
                </a:solidFill>
                <a:latin typeface="Times New Roman"/>
                <a:cs typeface="Times New Roman"/>
              </a:rPr>
              <a:t>i</a:t>
            </a:r>
            <a:r>
              <a:rPr dirty="0" sz="650">
                <a:solidFill>
                  <a:srgbClr val="4B4F56"/>
                </a:solidFill>
                <a:latin typeface="Times New Roman"/>
                <a:cs typeface="Times New Roman"/>
              </a:rPr>
              <a:t>gnore</a:t>
            </a:r>
            <a:r>
              <a:rPr dirty="0" sz="650" spc="80">
                <a:solidFill>
                  <a:srgbClr val="4B4F56"/>
                </a:solidFill>
                <a:latin typeface="Times New Roman"/>
                <a:cs typeface="Times New Roman"/>
              </a:rPr>
              <a:t> </a:t>
            </a:r>
            <a:r>
              <a:rPr dirty="0" sz="650" spc="-10">
                <a:solidFill>
                  <a:srgbClr val="4B4F56"/>
                </a:solidFill>
                <a:latin typeface="Times New Roman"/>
                <a:cs typeface="Times New Roman"/>
              </a:rPr>
              <a:t>e</a:t>
            </a:r>
            <a:r>
              <a:rPr dirty="0" sz="650" spc="-10">
                <a:solidFill>
                  <a:srgbClr val="64676E"/>
                </a:solidFill>
                <a:latin typeface="Times New Roman"/>
                <a:cs typeface="Times New Roman"/>
              </a:rPr>
              <a:t>r</a:t>
            </a:r>
            <a:r>
              <a:rPr dirty="0" sz="650" spc="-10">
                <a:solidFill>
                  <a:srgbClr val="4B4F56"/>
                </a:solidFill>
                <a:latin typeface="Times New Roman"/>
                <a:cs typeface="Times New Roman"/>
              </a:rPr>
              <a:t>rors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914049" y="3076624"/>
            <a:ext cx="99060" cy="407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spc="-350">
                <a:solidFill>
                  <a:srgbClr val="262834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285833" y="3496752"/>
            <a:ext cx="889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50">
                <a:solidFill>
                  <a:srgbClr val="4B4F56"/>
                </a:solidFill>
                <a:latin typeface="Arial"/>
                <a:cs typeface="Arial"/>
              </a:rPr>
              <a:t>�</a:t>
            </a:r>
            <a:endParaRPr sz="10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50869" y="3356260"/>
            <a:ext cx="778510" cy="36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065" indent="3810">
              <a:lnSpc>
                <a:spcPct val="132700"/>
              </a:lnSpc>
              <a:spcBef>
                <a:spcPts val="100"/>
              </a:spcBef>
            </a:pP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Aggregation</a:t>
            </a:r>
            <a:r>
              <a:rPr dirty="0" sz="600" spc="50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Combine</a:t>
            </a:r>
            <a:r>
              <a:rPr dirty="0" sz="600" spc="-4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all</a:t>
            </a:r>
            <a:r>
              <a:rPr dirty="0" sz="600" spc="7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f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il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es</a:t>
            </a:r>
            <a:r>
              <a:rPr dirty="0" sz="600" spc="-1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wi</a:t>
            </a:r>
            <a:r>
              <a:rPr dirty="0" sz="600" spc="-20">
                <a:solidFill>
                  <a:srgbClr val="64676E"/>
                </a:solidFill>
                <a:latin typeface="Arial"/>
                <a:cs typeface="Arial"/>
              </a:rPr>
              <a:t>th</a:t>
            </a:r>
            <a:endParaRPr sz="600">
              <a:latin typeface="Arial"/>
              <a:cs typeface="Arial"/>
            </a:endParaRPr>
          </a:p>
          <a:p>
            <a:pPr marL="37465" indent="-34925">
              <a:lnSpc>
                <a:spcPct val="100000"/>
              </a:lnSpc>
              <a:spcBef>
                <a:spcPts val="75"/>
              </a:spcBef>
              <a:buClr>
                <a:srgbClr val="64676E"/>
              </a:buClr>
              <a:buSzPct val="83333"/>
              <a:buChar char="•"/>
              <a:tabLst>
                <a:tab pos="37465" algn="l"/>
              </a:tabLst>
            </a:pP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F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ILE:</a:t>
            </a:r>
            <a:r>
              <a:rPr dirty="0" sz="600" spc="-15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&lt;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pat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h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&gt;</a:t>
            </a:r>
            <a:r>
              <a:rPr dirty="0" sz="600">
                <a:solidFill>
                  <a:srgbClr val="7E8087"/>
                </a:solidFill>
                <a:latin typeface="Arial"/>
                <a:cs typeface="Arial"/>
              </a:rPr>
              <a:t>"</a:t>
            </a:r>
            <a:r>
              <a:rPr dirty="0" sz="600" spc="-5">
                <a:solidFill>
                  <a:srgbClr val="7E8087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header</a:t>
            </a:r>
            <a:endParaRPr sz="6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1978639" y="3879403"/>
            <a:ext cx="20320" cy="0"/>
          </a:xfrm>
          <a:custGeom>
            <a:avLst/>
            <a:gdLst/>
            <a:ahLst/>
            <a:cxnLst/>
            <a:rect l="l" t="t" r="r" b="b"/>
            <a:pathLst>
              <a:path w="20319" h="0">
                <a:moveTo>
                  <a:pt x="0" y="0"/>
                </a:moveTo>
                <a:lnTo>
                  <a:pt x="20194" y="0"/>
                </a:lnTo>
              </a:path>
            </a:pathLst>
          </a:custGeom>
          <a:ln w="12731">
            <a:solidFill>
              <a:srgbClr val="AAB3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449154" y="3815780"/>
            <a:ext cx="1552575" cy="86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>
                <a:solidFill>
                  <a:srgbClr val="8E939C"/>
                </a:solidFill>
                <a:latin typeface="Arial"/>
                <a:cs typeface="Arial"/>
              </a:rPr>
              <a:t>...</a:t>
            </a:r>
            <a:r>
              <a:rPr dirty="0" sz="400" spc="70">
                <a:solidFill>
                  <a:srgbClr val="8E939C"/>
                </a:solidFill>
                <a:latin typeface="Arial"/>
                <a:cs typeface="Arial"/>
              </a:rPr>
              <a:t> </a:t>
            </a:r>
            <a:r>
              <a:rPr dirty="0" sz="400" spc="200">
                <a:solidFill>
                  <a:srgbClr val="AAB3BA"/>
                </a:solidFill>
                <a:latin typeface="Arial"/>
                <a:cs typeface="Arial"/>
              </a:rPr>
              <a:t>------</a:t>
            </a:r>
            <a:r>
              <a:rPr dirty="0" sz="400" spc="215">
                <a:solidFill>
                  <a:srgbClr val="AAB3BA"/>
                </a:solidFill>
                <a:latin typeface="Arial"/>
                <a:cs typeface="Arial"/>
              </a:rPr>
              <a:t>••-</a:t>
            </a:r>
            <a:r>
              <a:rPr dirty="0" sz="400" spc="210">
                <a:solidFill>
                  <a:srgbClr val="AAB3BA"/>
                </a:solidFill>
                <a:latin typeface="Arial"/>
                <a:cs typeface="Arial"/>
              </a:rPr>
              <a:t>•-</a:t>
            </a:r>
            <a:r>
              <a:rPr dirty="0" sz="400" spc="200">
                <a:solidFill>
                  <a:srgbClr val="AAB3BA"/>
                </a:solidFill>
                <a:latin typeface="Arial"/>
                <a:cs typeface="Arial"/>
              </a:rPr>
              <a:t>--</a:t>
            </a:r>
            <a:r>
              <a:rPr dirty="0" sz="400" spc="229">
                <a:solidFill>
                  <a:srgbClr val="7E8087"/>
                </a:solidFill>
                <a:latin typeface="Arial"/>
                <a:cs typeface="Arial"/>
              </a:rPr>
              <a:t>L•</a:t>
            </a:r>
            <a:r>
              <a:rPr dirty="0" sz="400" spc="229">
                <a:solidFill>
                  <a:srgbClr val="AAB3BA"/>
                </a:solidFill>
                <a:latin typeface="Arial"/>
                <a:cs typeface="Arial"/>
              </a:rPr>
              <a:t>••</a:t>
            </a:r>
            <a:r>
              <a:rPr dirty="0" sz="400" spc="229">
                <a:solidFill>
                  <a:srgbClr val="8E939C"/>
                </a:solidFill>
                <a:latin typeface="Arial"/>
                <a:cs typeface="Arial"/>
              </a:rPr>
              <a:t>•</a:t>
            </a:r>
            <a:r>
              <a:rPr dirty="0" sz="400" spc="229">
                <a:solidFill>
                  <a:srgbClr val="AAB3BA"/>
                </a:solidFill>
                <a:latin typeface="Arial"/>
                <a:cs typeface="Arial"/>
              </a:rPr>
              <a:t>•••-</a:t>
            </a:r>
            <a:r>
              <a:rPr dirty="0" sz="400" spc="210">
                <a:solidFill>
                  <a:srgbClr val="AAB3BA"/>
                </a:solidFill>
                <a:latin typeface="Arial"/>
                <a:cs typeface="Arial"/>
              </a:rPr>
              <a:t>•-•</a:t>
            </a:r>
            <a:r>
              <a:rPr dirty="0" sz="400" spc="210">
                <a:solidFill>
                  <a:srgbClr val="8E939C"/>
                </a:solidFill>
                <a:latin typeface="Arial"/>
                <a:cs typeface="Arial"/>
              </a:rPr>
              <a:t>-</a:t>
            </a:r>
            <a:r>
              <a:rPr dirty="0" sz="400" spc="215">
                <a:solidFill>
                  <a:srgbClr val="AAB3BA"/>
                </a:solidFill>
                <a:latin typeface="Arial"/>
                <a:cs typeface="Arial"/>
              </a:rPr>
              <a:t>••-</a:t>
            </a:r>
            <a:r>
              <a:rPr dirty="0" sz="400" spc="200">
                <a:solidFill>
                  <a:srgbClr val="8E939C"/>
                </a:solidFill>
                <a:latin typeface="Arial"/>
                <a:cs typeface="Arial"/>
              </a:rPr>
              <a:t>-</a:t>
            </a:r>
            <a:r>
              <a:rPr dirty="0" sz="400" spc="220">
                <a:solidFill>
                  <a:srgbClr val="AAB3BA"/>
                </a:solidFill>
                <a:latin typeface="Arial"/>
                <a:cs typeface="Arial"/>
              </a:rPr>
              <a:t>•</a:t>
            </a:r>
            <a:r>
              <a:rPr dirty="0" sz="400" spc="254">
                <a:solidFill>
                  <a:srgbClr val="AAB3BA"/>
                </a:solidFill>
                <a:latin typeface="Arial"/>
                <a:cs typeface="Arial"/>
              </a:rPr>
              <a:t> </a:t>
            </a:r>
            <a:r>
              <a:rPr dirty="0" sz="400" spc="-50">
                <a:solidFill>
                  <a:srgbClr val="AAB3BA"/>
                </a:solidFill>
                <a:latin typeface="Arial"/>
                <a:cs typeface="Arial"/>
              </a:rPr>
              <a:t>\</a:t>
            </a:r>
            <a:endParaRPr sz="4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10794" y="3616201"/>
            <a:ext cx="403225" cy="5530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450" spc="-125" b="1">
                <a:solidFill>
                  <a:srgbClr val="7E8087"/>
                </a:solidFill>
                <a:latin typeface="Arial"/>
                <a:cs typeface="Arial"/>
              </a:rPr>
              <a:t>·</a:t>
            </a:r>
            <a:r>
              <a:rPr dirty="0" sz="3450" spc="-125" b="1">
                <a:latin typeface="Arial"/>
                <a:cs typeface="Arial"/>
              </a:rPr>
              <a:t>o</a:t>
            </a:r>
            <a:endParaRPr sz="34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948597" y="3616201"/>
            <a:ext cx="81915" cy="5530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450" spc="-580">
                <a:solidFill>
                  <a:srgbClr val="8E939C"/>
                </a:solidFill>
                <a:latin typeface="Arial"/>
                <a:cs typeface="Arial"/>
              </a:rPr>
              <a:t>.</a:t>
            </a:r>
            <a:endParaRPr sz="345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47450" y="3931858"/>
            <a:ext cx="88455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130" algn="l"/>
              </a:tabLst>
            </a:pPr>
            <a:r>
              <a:rPr dirty="0" sz="600" spc="-50">
                <a:solidFill>
                  <a:srgbClr val="8E939C"/>
                </a:solidFill>
                <a:latin typeface="Arial"/>
                <a:cs typeface="Arial"/>
              </a:rPr>
              <a:t>;</a:t>
            </a:r>
            <a:r>
              <a:rPr dirty="0" sz="600">
                <a:solidFill>
                  <a:srgbClr val="8E939C"/>
                </a:solidFill>
                <a:latin typeface="Arial"/>
                <a:cs typeface="Arial"/>
              </a:rPr>
              <a:t>	</a:t>
            </a:r>
            <a:r>
              <a:rPr dirty="0" sz="600" spc="65">
                <a:solidFill>
                  <a:srgbClr val="343842"/>
                </a:solidFill>
                <a:latin typeface="Arial"/>
                <a:cs typeface="Arial"/>
              </a:rPr>
              <a:t>GitHub</a:t>
            </a:r>
            <a:r>
              <a:rPr dirty="0" sz="60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 spc="45">
                <a:solidFill>
                  <a:srgbClr val="343842"/>
                </a:solidFill>
                <a:latin typeface="Arial"/>
                <a:cs typeface="Arial"/>
              </a:rPr>
              <a:t>API</a:t>
            </a:r>
            <a:endParaRPr sz="6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981649" y="3931858"/>
            <a:ext cx="52069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8E939C"/>
                </a:solidFill>
                <a:latin typeface="Arial"/>
                <a:cs typeface="Arial"/>
              </a:rPr>
              <a:t>:</a:t>
            </a:r>
            <a:endParaRPr sz="6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75619" y="3914635"/>
            <a:ext cx="33655" cy="316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900" spc="-515">
                <a:solidFill>
                  <a:srgbClr val="8E939C"/>
                </a:solidFill>
                <a:latin typeface="Arial"/>
                <a:cs typeface="Arial"/>
              </a:rPr>
              <a:t>I</a:t>
            </a:r>
            <a:endParaRPr sz="19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38124" y="4080140"/>
            <a:ext cx="847090" cy="1174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9375" indent="-79375">
              <a:lnSpc>
                <a:spcPts val="919"/>
              </a:lnSpc>
              <a:buSzPct val="250000"/>
              <a:buChar char="•"/>
              <a:tabLst>
                <a:tab pos="79375" algn="l"/>
              </a:tabLst>
            </a:pPr>
            <a:r>
              <a:rPr dirty="0" sz="600" spc="-30">
                <a:solidFill>
                  <a:srgbClr val="4B4F56"/>
                </a:solidFill>
                <a:latin typeface="Arial"/>
                <a:cs typeface="Arial"/>
              </a:rPr>
              <a:t>Reso</a:t>
            </a:r>
            <a:r>
              <a:rPr dirty="0" sz="600" spc="-30">
                <a:solidFill>
                  <a:srgbClr val="64676E"/>
                </a:solidFill>
                <a:latin typeface="Arial"/>
                <a:cs typeface="Arial"/>
              </a:rPr>
              <a:t>l</a:t>
            </a:r>
            <a:r>
              <a:rPr dirty="0" sz="600" spc="-30">
                <a:solidFill>
                  <a:srgbClr val="4B4F56"/>
                </a:solidFill>
                <a:latin typeface="Arial"/>
                <a:cs typeface="Arial"/>
              </a:rPr>
              <a:t>ve</a:t>
            </a:r>
            <a:r>
              <a:rPr dirty="0" sz="600" spc="-5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defau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lt</a:t>
            </a:r>
            <a:r>
              <a:rPr dirty="0" sz="600" spc="25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b</a:t>
            </a:r>
            <a:r>
              <a:rPr dirty="0" sz="600" spc="-10">
                <a:solidFill>
                  <a:srgbClr val="262834"/>
                </a:solidFill>
                <a:latin typeface="Arial"/>
                <a:cs typeface="Arial"/>
              </a:rPr>
              <a:t>r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anch</a:t>
            </a:r>
            <a:endParaRPr sz="6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993184" y="4054678"/>
            <a:ext cx="476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8E939C"/>
                </a:solidFill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47978" y="4194345"/>
            <a:ext cx="4445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50">
                <a:solidFill>
                  <a:srgbClr val="7E8087"/>
                </a:solidFill>
                <a:latin typeface="Arial"/>
                <a:cs typeface="Arial"/>
              </a:rPr>
              <a:t>,</a:t>
            </a:r>
            <a:endParaRPr sz="55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47222" y="4187979"/>
            <a:ext cx="118173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769" indent="-52069">
              <a:lnSpc>
                <a:spcPct val="100000"/>
              </a:lnSpc>
              <a:spcBef>
                <a:spcPts val="100"/>
              </a:spcBef>
              <a:buClr>
                <a:srgbClr val="343842"/>
              </a:buClr>
              <a:buChar char="•"/>
              <a:tabLst>
                <a:tab pos="64769" algn="l"/>
              </a:tabLst>
            </a:pPr>
            <a:r>
              <a:rPr dirty="0" sz="550" spc="20">
                <a:solidFill>
                  <a:srgbClr val="4B4F56"/>
                </a:solidFill>
                <a:latin typeface="Arial"/>
                <a:cs typeface="Arial"/>
              </a:rPr>
              <a:t>Get</a:t>
            </a:r>
            <a:r>
              <a:rPr dirty="0" sz="550" spc="-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550" spc="30">
                <a:solidFill>
                  <a:srgbClr val="4B4F56"/>
                </a:solidFill>
                <a:latin typeface="Arial"/>
                <a:cs typeface="Arial"/>
              </a:rPr>
              <a:t>repository</a:t>
            </a:r>
            <a:r>
              <a:rPr dirty="0" sz="550" spc="-10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20" i="1">
                <a:solidFill>
                  <a:srgbClr val="4B4F56"/>
                </a:solidFill>
                <a:latin typeface="Arial"/>
                <a:cs typeface="Arial"/>
              </a:rPr>
              <a:t>t</a:t>
            </a:r>
            <a:r>
              <a:rPr dirty="0" sz="600" spc="20" i="1">
                <a:solidFill>
                  <a:srgbClr val="64676E"/>
                </a:solidFill>
                <a:latin typeface="Arial"/>
                <a:cs typeface="Arial"/>
              </a:rPr>
              <a:t>te</a:t>
            </a:r>
            <a:r>
              <a:rPr dirty="0" sz="600" spc="20" i="1">
                <a:solidFill>
                  <a:srgbClr val="4B4F56"/>
                </a:solidFill>
                <a:latin typeface="Arial"/>
                <a:cs typeface="Arial"/>
              </a:rPr>
              <a:t>e</a:t>
            </a:r>
            <a:r>
              <a:rPr dirty="0" sz="600" spc="-50" i="1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550" spc="30">
                <a:solidFill>
                  <a:srgbClr val="64676E"/>
                </a:solidFill>
                <a:latin typeface="Arial"/>
                <a:cs typeface="Arial"/>
              </a:rPr>
              <a:t>(</a:t>
            </a:r>
            <a:r>
              <a:rPr dirty="0" sz="550" spc="30">
                <a:solidFill>
                  <a:srgbClr val="4B4F56"/>
                </a:solidFill>
                <a:latin typeface="Arial"/>
                <a:cs typeface="Arial"/>
              </a:rPr>
              <a:t>recursive)</a:t>
            </a:r>
            <a:r>
              <a:rPr dirty="0" sz="550" spc="32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550" spc="-50">
                <a:solidFill>
                  <a:srgbClr val="8E939C"/>
                </a:solidFill>
                <a:latin typeface="Arial"/>
                <a:cs typeface="Arial"/>
              </a:rPr>
              <a:t>,</a:t>
            </a:r>
            <a:endParaRPr sz="55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843179" y="4302560"/>
            <a:ext cx="1141730" cy="1174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4930" indent="-63500">
              <a:lnSpc>
                <a:spcPts val="919"/>
              </a:lnSpc>
              <a:buClr>
                <a:srgbClr val="262834"/>
              </a:buClr>
              <a:buSzPct val="191666"/>
              <a:buChar char="•"/>
              <a:tabLst>
                <a:tab pos="74930" algn="l"/>
                <a:tab pos="1118235" algn="l"/>
              </a:tabLst>
            </a:pP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Fet</a:t>
            </a:r>
            <a:r>
              <a:rPr dirty="0" sz="600" spc="-20">
                <a:solidFill>
                  <a:srgbClr val="64676E"/>
                </a:solidFill>
                <a:latin typeface="Arial"/>
                <a:cs typeface="Arial"/>
              </a:rPr>
              <a:t>c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h</a:t>
            </a:r>
            <a:r>
              <a:rPr dirty="0" sz="600" spc="7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filecontents</a:t>
            </a:r>
            <a:r>
              <a:rPr dirty="0" sz="600" spc="-2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(b</a:t>
            </a:r>
            <a:r>
              <a:rPr dirty="0" sz="600" spc="-10">
                <a:solidFill>
                  <a:srgbClr val="262834"/>
                </a:solidFill>
                <a:latin typeface="Arial"/>
                <a:cs typeface="Arial"/>
              </a:rPr>
              <a:t>l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obs}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	</a:t>
            </a:r>
            <a:r>
              <a:rPr dirty="0" sz="600" spc="-50">
                <a:solidFill>
                  <a:srgbClr val="8E939C"/>
                </a:solidFill>
                <a:latin typeface="Arial"/>
                <a:cs typeface="Arial"/>
              </a:rPr>
              <a:t>:</a:t>
            </a:r>
            <a:endParaRPr sz="600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550639" y="4484976"/>
            <a:ext cx="35560" cy="0"/>
          </a:xfrm>
          <a:custGeom>
            <a:avLst/>
            <a:gdLst/>
            <a:ahLst/>
            <a:cxnLst/>
            <a:rect l="l" t="t" r="r" b="b"/>
            <a:pathLst>
              <a:path w="35559" h="0">
                <a:moveTo>
                  <a:pt x="0" y="0"/>
                </a:moveTo>
                <a:lnTo>
                  <a:pt x="35269" y="0"/>
                </a:lnTo>
              </a:path>
            </a:pathLst>
          </a:custGeom>
          <a:ln w="9510">
            <a:solidFill>
              <a:srgbClr val="8D929B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444424" y="4232538"/>
            <a:ext cx="26479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20"/>
              </a:lnSpc>
              <a:spcBef>
                <a:spcPts val="100"/>
              </a:spcBef>
            </a:pPr>
            <a:r>
              <a:rPr dirty="0" sz="1150" spc="-50">
                <a:solidFill>
                  <a:srgbClr val="8E939C"/>
                </a:solidFill>
                <a:latin typeface="Arial"/>
                <a:cs typeface="Arial"/>
              </a:rPr>
              <a:t>l</a:t>
            </a:r>
            <a:endParaRPr sz="1150">
              <a:latin typeface="Arial"/>
              <a:cs typeface="Arial"/>
            </a:endParaRPr>
          </a:p>
          <a:p>
            <a:pPr marL="14604">
              <a:lnSpc>
                <a:spcPts val="960"/>
              </a:lnSpc>
              <a:tabLst>
                <a:tab pos="193040" algn="l"/>
              </a:tabLst>
            </a:pPr>
            <a:r>
              <a:rPr dirty="0" sz="850" spc="-25">
                <a:solidFill>
                  <a:srgbClr val="8E939C"/>
                </a:solidFill>
                <a:latin typeface="Arial"/>
                <a:cs typeface="Arial"/>
              </a:rPr>
              <a:t>l.</a:t>
            </a:r>
            <a:r>
              <a:rPr dirty="0" sz="850">
                <a:solidFill>
                  <a:srgbClr val="8E939C"/>
                </a:solidFill>
                <a:latin typeface="Arial"/>
                <a:cs typeface="Arial"/>
              </a:rPr>
              <a:t>	</a:t>
            </a:r>
            <a:r>
              <a:rPr dirty="0" sz="850" spc="-155">
                <a:solidFill>
                  <a:srgbClr val="8E939C"/>
                </a:solidFill>
                <a:latin typeface="Arial"/>
                <a:cs typeface="Arial"/>
              </a:rPr>
              <a:t>-</a:t>
            </a:r>
            <a:r>
              <a:rPr dirty="0" sz="850" spc="-55">
                <a:solidFill>
                  <a:srgbClr val="8E939C"/>
                </a:solidFill>
                <a:latin typeface="Arial"/>
                <a:cs typeface="Arial"/>
              </a:rPr>
              <a:t> </a:t>
            </a:r>
            <a:r>
              <a:rPr dirty="0" sz="850" spc="-95">
                <a:solidFill>
                  <a:srgbClr val="8E939C"/>
                </a:solidFill>
                <a:latin typeface="Arial"/>
                <a:cs typeface="Arial"/>
              </a:rPr>
              <a:t>-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718921" y="4480221"/>
            <a:ext cx="1190625" cy="9525"/>
            <a:chOff x="718921" y="4480221"/>
            <a:chExt cx="1190625" cy="9525"/>
          </a:xfrm>
        </p:grpSpPr>
        <p:sp>
          <p:nvSpPr>
            <p:cNvPr id="92" name="object 92"/>
            <p:cNvSpPr/>
            <p:nvPr/>
          </p:nvSpPr>
          <p:spPr>
            <a:xfrm>
              <a:off x="718921" y="4484976"/>
              <a:ext cx="35560" cy="0"/>
            </a:xfrm>
            <a:custGeom>
              <a:avLst/>
              <a:gdLst/>
              <a:ahLst/>
              <a:cxnLst/>
              <a:rect l="l" t="t" r="r" b="b"/>
              <a:pathLst>
                <a:path w="35559" h="0">
                  <a:moveTo>
                    <a:pt x="0" y="0"/>
                  </a:moveTo>
                  <a:lnTo>
                    <a:pt x="35269" y="0"/>
                  </a:lnTo>
                </a:path>
              </a:pathLst>
            </a:custGeom>
            <a:ln w="9510">
              <a:solidFill>
                <a:srgbClr val="8D929B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792965" y="4484976"/>
              <a:ext cx="335915" cy="0"/>
            </a:xfrm>
            <a:custGeom>
              <a:avLst/>
              <a:gdLst/>
              <a:ahLst/>
              <a:cxnLst/>
              <a:rect l="l" t="t" r="r" b="b"/>
              <a:pathLst>
                <a:path w="335915" h="0">
                  <a:moveTo>
                    <a:pt x="0" y="0"/>
                  </a:moveTo>
                  <a:lnTo>
                    <a:pt x="335405" y="0"/>
                  </a:lnTo>
                </a:path>
              </a:pathLst>
            </a:custGeom>
            <a:ln w="9510">
              <a:solidFill>
                <a:srgbClr val="8D929B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169917" y="4484976"/>
              <a:ext cx="739775" cy="0"/>
            </a:xfrm>
            <a:custGeom>
              <a:avLst/>
              <a:gdLst/>
              <a:ahLst/>
              <a:cxnLst/>
              <a:rect l="l" t="t" r="r" b="b"/>
              <a:pathLst>
                <a:path w="739775" h="0">
                  <a:moveTo>
                    <a:pt x="0" y="0"/>
                  </a:moveTo>
                  <a:lnTo>
                    <a:pt x="79616" y="0"/>
                  </a:lnTo>
                </a:path>
                <a:path w="739775" h="0">
                  <a:moveTo>
                    <a:pt x="94237" y="0"/>
                  </a:moveTo>
                  <a:lnTo>
                    <a:pt x="739176" y="0"/>
                  </a:lnTo>
                </a:path>
              </a:pathLst>
            </a:custGeom>
            <a:ln w="9510">
              <a:solidFill>
                <a:srgbClr val="8D929B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/>
          <p:cNvSpPr txBox="1"/>
          <p:nvPr/>
        </p:nvSpPr>
        <p:spPr>
          <a:xfrm>
            <a:off x="1914549" y="4392053"/>
            <a:ext cx="8953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850" spc="-105" i="1">
                <a:solidFill>
                  <a:srgbClr val="8E939C"/>
                </a:solidFill>
                <a:uFill>
                  <a:solidFill>
                    <a:srgbClr val="8D929B"/>
                  </a:solidFill>
                </a:uFill>
                <a:latin typeface="Arial"/>
                <a:cs typeface="Arial"/>
              </a:rPr>
              <a:t> </a:t>
            </a:r>
            <a:r>
              <a:rPr dirty="0" u="sng" sz="850" spc="-50" i="1">
                <a:solidFill>
                  <a:srgbClr val="8E939C"/>
                </a:solidFill>
                <a:uFill>
                  <a:solidFill>
                    <a:srgbClr val="8D929B"/>
                  </a:solidFill>
                </a:uFill>
                <a:latin typeface="Arial"/>
                <a:cs typeface="Arial"/>
              </a:rPr>
              <a:t>)</a:t>
            </a:r>
            <a:r>
              <a:rPr dirty="0" u="sng" sz="850" spc="500" i="1">
                <a:solidFill>
                  <a:srgbClr val="8E939C"/>
                </a:solidFill>
                <a:uFill>
                  <a:solidFill>
                    <a:srgbClr val="8D929B"/>
                  </a:solidFill>
                </a:uFill>
                <a:latin typeface="Arial"/>
                <a:cs typeface="Arial"/>
              </a:rPr>
              <a:t> </a:t>
            </a:r>
            <a:endParaRPr sz="85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381994" y="4715468"/>
            <a:ext cx="659130" cy="137160"/>
          </a:xfrm>
          <a:prstGeom prst="rect">
            <a:avLst/>
          </a:prstGeom>
          <a:solidFill>
            <a:srgbClr val="D19513"/>
          </a:solidFill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r>
              <a:rPr dirty="0" sz="700" spc="-20" b="1">
                <a:solidFill>
                  <a:srgbClr val="F6E6C1"/>
                </a:solidFill>
                <a:latin typeface="Arial"/>
                <a:cs typeface="Arial"/>
              </a:rPr>
              <a:t>KEY</a:t>
            </a:r>
            <a:r>
              <a:rPr dirty="0" sz="700" spc="-40" b="1">
                <a:solidFill>
                  <a:srgbClr val="F6E6C1"/>
                </a:solidFill>
                <a:latin typeface="Arial"/>
                <a:cs typeface="Arial"/>
              </a:rPr>
              <a:t> </a:t>
            </a:r>
            <a:r>
              <a:rPr dirty="0" sz="750" spc="-65" b="1">
                <a:solidFill>
                  <a:srgbClr val="F6E6C1"/>
                </a:solidFill>
                <a:latin typeface="Arial"/>
                <a:cs typeface="Arial"/>
              </a:rPr>
              <a:t>FEATURES</a:t>
            </a:r>
            <a:endParaRPr sz="75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498610" y="4869038"/>
            <a:ext cx="2361565" cy="134048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229"/>
              </a:spcBef>
            </a:pPr>
            <a:r>
              <a:rPr dirty="0" sz="1000" b="1">
                <a:solidFill>
                  <a:srgbClr val="137E34"/>
                </a:solidFill>
                <a:latin typeface="Times New Roman"/>
                <a:cs typeface="Times New Roman"/>
              </a:rPr>
              <a:t>O</a:t>
            </a:r>
            <a:r>
              <a:rPr dirty="0" sz="1000" spc="325" b="1">
                <a:solidFill>
                  <a:srgbClr val="137E34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Multip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le</a:t>
            </a:r>
            <a:r>
              <a:rPr dirty="0" sz="600" spc="15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In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pu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t</a:t>
            </a:r>
            <a:r>
              <a:rPr dirty="0" sz="600" spc="55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Opti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o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ns</a:t>
            </a: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4B4F56"/>
                </a:solidFill>
                <a:latin typeface="Arial"/>
                <a:cs typeface="Arial"/>
              </a:rPr>
              <a:t>(Pa</a:t>
            </a:r>
            <a:r>
              <a:rPr dirty="0" sz="600" spc="-25">
                <a:solidFill>
                  <a:srgbClr val="64676E"/>
                </a:solidFill>
                <a:latin typeface="Arial"/>
                <a:cs typeface="Arial"/>
              </a:rPr>
              <a:t>s</a:t>
            </a:r>
            <a:r>
              <a:rPr dirty="0" sz="600" spc="-25">
                <a:solidFill>
                  <a:srgbClr val="4B4F56"/>
                </a:solidFill>
                <a:latin typeface="Arial"/>
                <a:cs typeface="Arial"/>
              </a:rPr>
              <a:t>te.</a:t>
            </a:r>
            <a:r>
              <a:rPr dirty="0" sz="600" spc="-4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Fi</a:t>
            </a:r>
            <a:r>
              <a:rPr dirty="0" sz="600" spc="-20">
                <a:solidFill>
                  <a:srgbClr val="64676E"/>
                </a:solidFill>
                <a:latin typeface="Arial"/>
                <a:cs typeface="Arial"/>
              </a:rPr>
              <a:t>le</a:t>
            </a:r>
            <a:r>
              <a:rPr dirty="0" sz="600" spc="-20">
                <a:solidFill>
                  <a:srgbClr val="7E8087"/>
                </a:solidFill>
                <a:latin typeface="Arial"/>
                <a:cs typeface="Arial"/>
              </a:rPr>
              <a:t>,</a:t>
            </a:r>
            <a:r>
              <a:rPr dirty="0" sz="600" spc="10">
                <a:solidFill>
                  <a:srgbClr val="7E8087"/>
                </a:solidFill>
                <a:latin typeface="Arial"/>
                <a:cs typeface="Arial"/>
              </a:rPr>
              <a:t> </a:t>
            </a:r>
            <a:r>
              <a:rPr dirty="0" sz="600" spc="-30">
                <a:solidFill>
                  <a:srgbClr val="64676E"/>
                </a:solidFill>
                <a:latin typeface="Arial"/>
                <a:cs typeface="Arial"/>
              </a:rPr>
              <a:t>Z</a:t>
            </a:r>
            <a:r>
              <a:rPr dirty="0" sz="600" spc="-30">
                <a:solidFill>
                  <a:srgbClr val="262834"/>
                </a:solidFill>
                <a:latin typeface="Arial"/>
                <a:cs typeface="Arial"/>
              </a:rPr>
              <a:t>IP.</a:t>
            </a:r>
            <a:r>
              <a:rPr dirty="0" sz="600" spc="-85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Git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H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u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b</a:t>
            </a: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.</a:t>
            </a:r>
            <a:r>
              <a:rPr dirty="0" sz="600" spc="-8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Cu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stom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,</a:t>
            </a:r>
            <a:r>
              <a:rPr dirty="0" sz="600" spc="-10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E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xp</a:t>
            </a:r>
            <a:r>
              <a:rPr dirty="0" sz="600" spc="-10">
                <a:solidFill>
                  <a:srgbClr val="7E8087"/>
                </a:solidFill>
                <a:latin typeface="Arial"/>
                <a:cs typeface="Arial"/>
              </a:rPr>
              <a:t>l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ain)</a:t>
            </a:r>
            <a:endParaRPr sz="6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20"/>
              </a:spcBef>
            </a:pPr>
            <a:r>
              <a:rPr dirty="0" sz="950" b="1">
                <a:solidFill>
                  <a:srgbClr val="137E34"/>
                </a:solidFill>
                <a:latin typeface="Arial"/>
                <a:cs typeface="Arial"/>
              </a:rPr>
              <a:t>0</a:t>
            </a:r>
            <a:r>
              <a:rPr dirty="0" sz="950" spc="245" b="1">
                <a:solidFill>
                  <a:srgbClr val="137E34"/>
                </a:solidFill>
                <a:latin typeface="Arial"/>
                <a:cs typeface="Arial"/>
              </a:rPr>
              <a:t> 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Smart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File</a:t>
            </a:r>
            <a:r>
              <a:rPr dirty="0" sz="600" spc="-6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F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i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lt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ering</a:t>
            </a:r>
            <a:r>
              <a:rPr dirty="0" sz="600" spc="2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&amp;</a:t>
            </a:r>
            <a:r>
              <a:rPr dirty="0" sz="600" spc="7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S</a:t>
            </a:r>
            <a:r>
              <a:rPr dirty="0" sz="600" spc="-20">
                <a:solidFill>
                  <a:srgbClr val="7E8087"/>
                </a:solidFill>
                <a:latin typeface="Arial"/>
                <a:cs typeface="Arial"/>
              </a:rPr>
              <a:t>i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ze</a:t>
            </a:r>
            <a:r>
              <a:rPr dirty="0" sz="600" spc="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Limi</a:t>
            </a:r>
            <a:r>
              <a:rPr dirty="0" sz="600" spc="-10">
                <a:solidFill>
                  <a:srgbClr val="262834"/>
                </a:solidFill>
                <a:latin typeface="Arial"/>
                <a:cs typeface="Arial"/>
              </a:rPr>
              <a:t>t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  <a:p>
            <a:pPr marL="50165">
              <a:lnSpc>
                <a:spcPct val="100000"/>
              </a:lnSpc>
              <a:spcBef>
                <a:spcPts val="140"/>
              </a:spcBef>
            </a:pPr>
            <a:r>
              <a:rPr dirty="0" sz="1000" spc="10" b="1">
                <a:solidFill>
                  <a:srgbClr val="137E34"/>
                </a:solidFill>
                <a:latin typeface="Times New Roman"/>
                <a:cs typeface="Times New Roman"/>
              </a:rPr>
              <a:t>O</a:t>
            </a:r>
            <a:r>
              <a:rPr dirty="0" sz="1000" spc="275" b="1">
                <a:solidFill>
                  <a:srgbClr val="137E34"/>
                </a:solidFill>
                <a:latin typeface="Times New Roman"/>
                <a:cs typeface="Times New Roman"/>
              </a:rPr>
              <a:t> </a:t>
            </a: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Automa</a:t>
            </a:r>
            <a:r>
              <a:rPr dirty="0" sz="600" spc="10">
                <a:solidFill>
                  <a:srgbClr val="64676E"/>
                </a:solidFill>
                <a:latin typeface="Arial"/>
                <a:cs typeface="Arial"/>
              </a:rPr>
              <a:t>t</a:t>
            </a: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i</a:t>
            </a:r>
            <a:r>
              <a:rPr dirty="0" sz="600" spc="10">
                <a:solidFill>
                  <a:srgbClr val="64676E"/>
                </a:solidFill>
                <a:latin typeface="Arial"/>
                <a:cs typeface="Arial"/>
              </a:rPr>
              <a:t>c</a:t>
            </a:r>
            <a:r>
              <a:rPr dirty="0" sz="600" spc="15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Ro</a:t>
            </a:r>
            <a:r>
              <a:rPr dirty="0" sz="600" spc="10">
                <a:solidFill>
                  <a:srgbClr val="64676E"/>
                </a:solidFill>
                <a:latin typeface="Arial"/>
                <a:cs typeface="Arial"/>
              </a:rPr>
              <a:t>uti</a:t>
            </a:r>
            <a:r>
              <a:rPr dirty="0" sz="600" spc="10">
                <a:solidFill>
                  <a:srgbClr val="343842"/>
                </a:solidFill>
                <a:latin typeface="Arial"/>
                <a:cs typeface="Arial"/>
              </a:rPr>
              <a:t>ng</a:t>
            </a:r>
            <a:r>
              <a:rPr dirty="0" sz="600" spc="65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(D</a:t>
            </a:r>
            <a:r>
              <a:rPr dirty="0" sz="600" spc="10">
                <a:solidFill>
                  <a:srgbClr val="64676E"/>
                </a:solidFill>
                <a:latin typeface="Arial"/>
                <a:cs typeface="Arial"/>
              </a:rPr>
              <a:t>ir</a:t>
            </a: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ect/</a:t>
            </a:r>
            <a:r>
              <a:rPr dirty="0" sz="600" spc="19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RAG)</a:t>
            </a:r>
            <a:endParaRPr sz="600">
              <a:latin typeface="Arial"/>
              <a:cs typeface="Arial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dirty="0" sz="950" b="1">
                <a:solidFill>
                  <a:srgbClr val="137E34"/>
                </a:solidFill>
                <a:latin typeface="Arial"/>
                <a:cs typeface="Arial"/>
              </a:rPr>
              <a:t>0</a:t>
            </a:r>
            <a:r>
              <a:rPr dirty="0" sz="950" spc="390" b="1">
                <a:solidFill>
                  <a:srgbClr val="137E34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Cod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e-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Aw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are</a:t>
            </a:r>
            <a:r>
              <a:rPr dirty="0" sz="600" spc="15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C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h</a:t>
            </a: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unkin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g</a:t>
            </a:r>
            <a:endParaRPr sz="600">
              <a:latin typeface="Arial"/>
              <a:cs typeface="Arial"/>
            </a:endParaRPr>
          </a:p>
          <a:p>
            <a:pPr marL="49530">
              <a:lnSpc>
                <a:spcPct val="100000"/>
              </a:lnSpc>
              <a:spcBef>
                <a:spcPts val="85"/>
              </a:spcBef>
            </a:pPr>
            <a:r>
              <a:rPr dirty="0" sz="1000" b="1">
                <a:solidFill>
                  <a:srgbClr val="137E34"/>
                </a:solidFill>
                <a:latin typeface="Arial"/>
                <a:cs typeface="Arial"/>
              </a:rPr>
              <a:t>0</a:t>
            </a:r>
            <a:r>
              <a:rPr dirty="0" sz="1000" spc="434" b="1">
                <a:solidFill>
                  <a:srgbClr val="137E34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Semant</a:t>
            </a:r>
            <a:r>
              <a:rPr dirty="0" sz="600">
                <a:solidFill>
                  <a:srgbClr val="7E8087"/>
                </a:solidFill>
                <a:latin typeface="Arial"/>
                <a:cs typeface="Arial"/>
              </a:rPr>
              <a:t>i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c</a:t>
            </a:r>
            <a:r>
              <a:rPr dirty="0" sz="600" spc="2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Sea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r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ch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 w</a:t>
            </a:r>
            <a:r>
              <a:rPr dirty="0" sz="600">
                <a:solidFill>
                  <a:srgbClr val="7E8087"/>
                </a:solidFill>
                <a:latin typeface="Arial"/>
                <a:cs typeface="Arial"/>
              </a:rPr>
              <a:t>i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t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h</a:t>
            </a:r>
            <a:r>
              <a:rPr dirty="0" sz="600" spc="10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FA</a:t>
            </a:r>
            <a:r>
              <a:rPr dirty="0" sz="600" spc="-20">
                <a:solidFill>
                  <a:srgbClr val="64676E"/>
                </a:solidFill>
                <a:latin typeface="Arial"/>
                <a:cs typeface="Arial"/>
              </a:rPr>
              <a:t>I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SS</a:t>
            </a:r>
            <a:endParaRPr sz="600">
              <a:latin typeface="Arial"/>
              <a:cs typeface="Arial"/>
            </a:endParaRPr>
          </a:p>
          <a:p>
            <a:pPr marL="50165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137E34"/>
                </a:solidFill>
                <a:latin typeface="Arial"/>
                <a:cs typeface="Arial"/>
              </a:rPr>
              <a:t>0</a:t>
            </a:r>
            <a:r>
              <a:rPr dirty="0" sz="950" spc="135" b="1">
                <a:solidFill>
                  <a:srgbClr val="137E34"/>
                </a:solidFill>
                <a:latin typeface="Arial"/>
                <a:cs typeface="Arial"/>
              </a:rPr>
              <a:t>  </a:t>
            </a:r>
            <a:r>
              <a:rPr dirty="0" sz="600" spc="-10">
                <a:solidFill>
                  <a:srgbClr val="262834"/>
                </a:solidFill>
                <a:latin typeface="Arial"/>
                <a:cs typeface="Arial"/>
              </a:rPr>
              <a:t>T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a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s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k</a:t>
            </a:r>
            <a:r>
              <a:rPr dirty="0" sz="600" spc="-10">
                <a:solidFill>
                  <a:srgbClr val="8E939C"/>
                </a:solidFill>
                <a:latin typeface="Arial"/>
                <a:cs typeface="Arial"/>
              </a:rPr>
              <a:t>-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Sp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ec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ific</a:t>
            </a:r>
            <a:r>
              <a:rPr dirty="0" sz="600" spc="-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343842"/>
                </a:solidFill>
                <a:latin typeface="Arial"/>
                <a:cs typeface="Arial"/>
              </a:rPr>
              <a:t>Prom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pts</a:t>
            </a:r>
            <a:r>
              <a:rPr dirty="0" sz="600" spc="45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f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o</a:t>
            </a:r>
            <a:r>
              <a:rPr dirty="0" sz="600">
                <a:solidFill>
                  <a:srgbClr val="343842"/>
                </a:solidFill>
                <a:latin typeface="Arial"/>
                <a:cs typeface="Arial"/>
              </a:rPr>
              <a:t>r</a:t>
            </a:r>
            <a:r>
              <a:rPr dirty="0" sz="600" spc="5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D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i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ff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erent</a:t>
            </a:r>
            <a:r>
              <a:rPr dirty="0" sz="600" spc="80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A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c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t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i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o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n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35"/>
              </a:spcBef>
            </a:pPr>
            <a:r>
              <a:rPr dirty="0" sz="950" b="1">
                <a:solidFill>
                  <a:srgbClr val="137E34"/>
                </a:solidFill>
                <a:latin typeface="Arial"/>
                <a:cs typeface="Arial"/>
              </a:rPr>
              <a:t>0</a:t>
            </a:r>
            <a:r>
              <a:rPr dirty="0" sz="950" spc="160" b="1">
                <a:solidFill>
                  <a:srgbClr val="137E34"/>
                </a:solidFill>
                <a:latin typeface="Arial"/>
                <a:cs typeface="Arial"/>
              </a:rPr>
              <a:t> 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Powe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re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d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by</a:t>
            </a:r>
            <a:r>
              <a:rPr dirty="0" sz="600" spc="4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G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PT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-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4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o</a:t>
            </a:r>
            <a:r>
              <a:rPr dirty="0" sz="600" spc="25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via</a:t>
            </a: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C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u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stom</a:t>
            </a:r>
            <a:r>
              <a:rPr dirty="0" sz="600" spc="-2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Endpo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i</a:t>
            </a: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nt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10" b="1">
                <a:solidFill>
                  <a:srgbClr val="137E34"/>
                </a:solidFill>
                <a:latin typeface="Arial"/>
                <a:cs typeface="Arial"/>
              </a:rPr>
              <a:t>0</a:t>
            </a:r>
            <a:r>
              <a:rPr dirty="0" sz="1000" spc="200" b="1">
                <a:solidFill>
                  <a:srgbClr val="137E34"/>
                </a:solidFill>
                <a:latin typeface="Arial"/>
                <a:cs typeface="Arial"/>
              </a:rPr>
              <a:t>  </a:t>
            </a: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Stream</a:t>
            </a:r>
            <a:r>
              <a:rPr dirty="0" sz="600" spc="10">
                <a:solidFill>
                  <a:srgbClr val="262834"/>
                </a:solidFill>
                <a:latin typeface="Arial"/>
                <a:cs typeface="Arial"/>
              </a:rPr>
              <a:t>li</a:t>
            </a: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t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Based</a:t>
            </a:r>
            <a:r>
              <a:rPr dirty="0" sz="600" spc="-6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Modern</a:t>
            </a:r>
            <a:r>
              <a:rPr dirty="0" sz="600" spc="-5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4B4F56"/>
                </a:solidFill>
                <a:latin typeface="Arial"/>
                <a:cs typeface="Arial"/>
              </a:rPr>
              <a:t>U</a:t>
            </a:r>
            <a:r>
              <a:rPr dirty="0" sz="600" spc="-25">
                <a:solidFill>
                  <a:srgbClr val="262834"/>
                </a:solidFill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515514" y="1016367"/>
            <a:ext cx="1073150" cy="104775"/>
          </a:xfrm>
          <a:prstGeom prst="rect">
            <a:avLst/>
          </a:prstGeom>
          <a:solidFill>
            <a:srgbClr val="64429A"/>
          </a:solidFill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dirty="0" sz="600">
                <a:solidFill>
                  <a:srgbClr val="E9D6F6"/>
                </a:solidFill>
                <a:latin typeface="Arial"/>
                <a:cs typeface="Arial"/>
              </a:rPr>
              <a:t>3.</a:t>
            </a:r>
            <a:r>
              <a:rPr dirty="0" sz="600" spc="204">
                <a:solidFill>
                  <a:srgbClr val="E9D6F6"/>
                </a:solidFill>
                <a:latin typeface="Arial"/>
                <a:cs typeface="Arial"/>
              </a:rPr>
              <a:t> </a:t>
            </a:r>
            <a:r>
              <a:rPr dirty="0" sz="600" spc="110">
                <a:solidFill>
                  <a:srgbClr val="E9D6F6"/>
                </a:solidFill>
                <a:latin typeface="Arial"/>
                <a:cs typeface="Arial"/>
              </a:rPr>
              <a:t>ROUTING</a:t>
            </a:r>
            <a:r>
              <a:rPr dirty="0" sz="600" spc="15">
                <a:solidFill>
                  <a:srgbClr val="E9D6F6"/>
                </a:solidFill>
                <a:latin typeface="Arial"/>
                <a:cs typeface="Arial"/>
              </a:rPr>
              <a:t> </a:t>
            </a:r>
            <a:r>
              <a:rPr dirty="0" sz="600" spc="85">
                <a:solidFill>
                  <a:srgbClr val="E9D6F6"/>
                </a:solidFill>
                <a:latin typeface="Arial"/>
                <a:cs typeface="Arial"/>
              </a:rPr>
              <a:t>DECISION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270003" y="994976"/>
            <a:ext cx="1497965" cy="137160"/>
          </a:xfrm>
          <a:prstGeom prst="rect">
            <a:avLst/>
          </a:prstGeom>
          <a:solidFill>
            <a:srgbClr val="133F93"/>
          </a:solidFill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r>
              <a:rPr dirty="0" sz="750" spc="85" b="1">
                <a:solidFill>
                  <a:srgbClr val="C8E9ED"/>
                </a:solidFill>
                <a:latin typeface="Arial"/>
                <a:cs typeface="Arial"/>
              </a:rPr>
              <a:t>4.</a:t>
            </a:r>
            <a:r>
              <a:rPr dirty="0" sz="750" spc="-35" b="1">
                <a:solidFill>
                  <a:srgbClr val="C8E9ED"/>
                </a:solidFill>
                <a:latin typeface="Arial"/>
                <a:cs typeface="Arial"/>
              </a:rPr>
              <a:t> </a:t>
            </a:r>
            <a:r>
              <a:rPr dirty="0" sz="750" spc="50" b="1">
                <a:solidFill>
                  <a:srgbClr val="C8E9ED"/>
                </a:solidFill>
                <a:latin typeface="Arial"/>
                <a:cs typeface="Arial"/>
              </a:rPr>
              <a:t>RAG</a:t>
            </a:r>
            <a:r>
              <a:rPr dirty="0" sz="750" spc="-10" b="1">
                <a:solidFill>
                  <a:srgbClr val="C8E9ED"/>
                </a:solidFill>
                <a:latin typeface="Arial"/>
                <a:cs typeface="Arial"/>
              </a:rPr>
              <a:t> </a:t>
            </a:r>
            <a:r>
              <a:rPr dirty="0" sz="600" spc="110">
                <a:solidFill>
                  <a:srgbClr val="C8E9ED"/>
                </a:solidFill>
                <a:latin typeface="Arial"/>
                <a:cs typeface="Arial"/>
              </a:rPr>
              <a:t>PIPELINE</a:t>
            </a:r>
            <a:r>
              <a:rPr dirty="0" sz="600" spc="80">
                <a:solidFill>
                  <a:srgbClr val="C8E9ED"/>
                </a:solidFill>
                <a:latin typeface="Arial"/>
                <a:cs typeface="Arial"/>
              </a:rPr>
              <a:t> </a:t>
            </a:r>
            <a:r>
              <a:rPr dirty="0" sz="600" spc="20">
                <a:solidFill>
                  <a:srgbClr val="B3D6F6"/>
                </a:solidFill>
                <a:latin typeface="Arial"/>
                <a:cs typeface="Arial"/>
              </a:rPr>
              <a:t>(For</a:t>
            </a:r>
            <a:r>
              <a:rPr dirty="0" sz="600" spc="-20">
                <a:solidFill>
                  <a:srgbClr val="B3D6F6"/>
                </a:solidFill>
                <a:latin typeface="Arial"/>
                <a:cs typeface="Arial"/>
              </a:rPr>
              <a:t> </a:t>
            </a:r>
            <a:r>
              <a:rPr dirty="0" sz="600" spc="20">
                <a:solidFill>
                  <a:srgbClr val="B3D6F6"/>
                </a:solidFill>
                <a:latin typeface="Arial"/>
                <a:cs typeface="Arial"/>
              </a:rPr>
              <a:t>Large</a:t>
            </a:r>
            <a:r>
              <a:rPr dirty="0" sz="600" spc="-90">
                <a:solidFill>
                  <a:srgbClr val="B3D6F6"/>
                </a:solidFill>
                <a:latin typeface="Arial"/>
                <a:cs typeface="Arial"/>
              </a:rPr>
              <a:t> </a:t>
            </a:r>
            <a:r>
              <a:rPr dirty="0" sz="600" spc="-20">
                <a:solidFill>
                  <a:srgbClr val="B3D6F6"/>
                </a:solidFill>
                <a:latin typeface="Arial"/>
                <a:cs typeface="Arial"/>
              </a:rPr>
              <a:t>Code)</a:t>
            </a:r>
            <a:endParaRPr sz="60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614129" y="1469054"/>
            <a:ext cx="830580" cy="51244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ctr" marR="8255">
              <a:lnSpc>
                <a:spcPct val="100000"/>
              </a:lnSpc>
              <a:spcBef>
                <a:spcPts val="385"/>
              </a:spcBef>
            </a:pPr>
            <a:r>
              <a:rPr dirty="0" sz="600">
                <a:solidFill>
                  <a:srgbClr val="343842"/>
                </a:solidFill>
                <a:latin typeface="Arial"/>
                <a:cs typeface="Arial"/>
              </a:rPr>
              <a:t>Tota</a:t>
            </a:r>
            <a:r>
              <a:rPr dirty="0" sz="600">
                <a:solidFill>
                  <a:srgbClr val="0A0C24"/>
                </a:solidFill>
                <a:latin typeface="Arial"/>
                <a:cs typeface="Arial"/>
              </a:rPr>
              <a:t>l</a:t>
            </a:r>
            <a:r>
              <a:rPr dirty="0" sz="600" spc="105">
                <a:solidFill>
                  <a:srgbClr val="0A0C24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262834"/>
                </a:solidFill>
                <a:latin typeface="Arial"/>
                <a:cs typeface="Arial"/>
              </a:rPr>
              <a:t>Characte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rs</a:t>
            </a:r>
            <a:endParaRPr sz="600">
              <a:latin typeface="Arial"/>
              <a:cs typeface="Arial"/>
            </a:endParaRPr>
          </a:p>
          <a:p>
            <a:pPr algn="ctr" marL="12700" marR="5080" indent="-36195">
              <a:lnSpc>
                <a:spcPct val="111900"/>
              </a:lnSpc>
              <a:spcBef>
                <a:spcPts val="204"/>
              </a:spcBef>
            </a:pPr>
            <a:r>
              <a:rPr dirty="0" sz="600" spc="-25">
                <a:solidFill>
                  <a:srgbClr val="4B4F56"/>
                </a:solidFill>
                <a:latin typeface="Arial"/>
                <a:cs typeface="Arial"/>
              </a:rPr>
              <a:t>&lt;=</a:t>
            </a:r>
            <a:r>
              <a:rPr dirty="0" sz="600" spc="50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700" spc="-60" b="1">
                <a:solidFill>
                  <a:srgbClr val="262834"/>
                </a:solidFill>
                <a:latin typeface="Arial"/>
                <a:cs typeface="Arial"/>
              </a:rPr>
              <a:t>MA)(_</a:t>
            </a:r>
            <a:r>
              <a:rPr dirty="0" sz="700" spc="-60" b="1">
                <a:solidFill>
                  <a:srgbClr val="4B4F56"/>
                </a:solidFill>
                <a:latin typeface="Arial"/>
                <a:cs typeface="Arial"/>
              </a:rPr>
              <a:t>T</a:t>
            </a:r>
            <a:r>
              <a:rPr dirty="0" sz="700" spc="-60" b="1">
                <a:solidFill>
                  <a:srgbClr val="262834"/>
                </a:solidFill>
                <a:latin typeface="Arial"/>
                <a:cs typeface="Arial"/>
              </a:rPr>
              <a:t>OTAL_CHA</a:t>
            </a:r>
            <a:r>
              <a:rPr dirty="0" sz="700" spc="-60" b="1">
                <a:solidFill>
                  <a:srgbClr val="4B4F56"/>
                </a:solidFill>
                <a:latin typeface="Arial"/>
                <a:cs typeface="Arial"/>
              </a:rPr>
              <a:t>R</a:t>
            </a:r>
            <a:r>
              <a:rPr dirty="0" sz="700" spc="-60" b="1">
                <a:solidFill>
                  <a:srgbClr val="262834"/>
                </a:solidFill>
                <a:latin typeface="Arial"/>
                <a:cs typeface="Arial"/>
              </a:rPr>
              <a:t>S</a:t>
            </a:r>
            <a:r>
              <a:rPr dirty="0" sz="700" spc="500" b="1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650" spc="-10" b="1">
                <a:solidFill>
                  <a:srgbClr val="343842"/>
                </a:solidFill>
                <a:latin typeface="Arial"/>
                <a:cs typeface="Arial"/>
              </a:rPr>
              <a:t>(800,000)?</a:t>
            </a:r>
            <a:endParaRPr sz="65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252305" y="2087912"/>
            <a:ext cx="479425" cy="28321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350"/>
              </a:spcBef>
            </a:pPr>
            <a:r>
              <a:rPr dirty="0" sz="700" spc="-25" b="1">
                <a:solidFill>
                  <a:srgbClr val="316441"/>
                </a:solidFill>
                <a:latin typeface="Arial"/>
                <a:cs typeface="Arial"/>
              </a:rPr>
              <a:t>YES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600">
                <a:solidFill>
                  <a:srgbClr val="5B8070"/>
                </a:solidFill>
                <a:latin typeface="Arial"/>
                <a:cs typeface="Arial"/>
              </a:rPr>
              <a:t>(</a:t>
            </a:r>
            <a:r>
              <a:rPr dirty="0" sz="600">
                <a:solidFill>
                  <a:srgbClr val="44754D"/>
                </a:solidFill>
                <a:latin typeface="Arial"/>
                <a:cs typeface="Arial"/>
              </a:rPr>
              <a:t>Small</a:t>
            </a:r>
            <a:r>
              <a:rPr dirty="0" sz="600" spc="15">
                <a:solidFill>
                  <a:srgbClr val="44754D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5B8070"/>
                </a:solidFill>
                <a:latin typeface="Arial"/>
                <a:cs typeface="Arial"/>
              </a:rPr>
              <a:t>C</a:t>
            </a:r>
            <a:r>
              <a:rPr dirty="0" sz="600" spc="-10">
                <a:solidFill>
                  <a:srgbClr val="44754D"/>
                </a:solidFill>
                <a:latin typeface="Arial"/>
                <a:cs typeface="Arial"/>
              </a:rPr>
              <a:t>ode)</a:t>
            </a:r>
            <a:endParaRPr sz="6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309803" y="2080879"/>
            <a:ext cx="487045" cy="29019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algn="ctr" marL="12700">
              <a:lnSpc>
                <a:spcPct val="100000"/>
              </a:lnSpc>
              <a:spcBef>
                <a:spcPts val="355"/>
              </a:spcBef>
            </a:pPr>
            <a:r>
              <a:rPr dirty="0" sz="750" spc="25" b="1">
                <a:solidFill>
                  <a:srgbClr val="9C2436"/>
                </a:solidFill>
                <a:latin typeface="Arial"/>
                <a:cs typeface="Arial"/>
              </a:rPr>
              <a:t>NO</a:t>
            </a:r>
            <a:endParaRPr sz="7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dirty="0" sz="600" spc="-10" b="1">
                <a:solidFill>
                  <a:srgbClr val="9A4249"/>
                </a:solidFill>
                <a:latin typeface="Arial"/>
                <a:cs typeface="Arial"/>
              </a:rPr>
              <a:t>(</a:t>
            </a:r>
            <a:r>
              <a:rPr dirty="0" sz="600" spc="-10" b="1">
                <a:solidFill>
                  <a:srgbClr val="B65259"/>
                </a:solidFill>
                <a:latin typeface="Arial"/>
                <a:cs typeface="Arial"/>
              </a:rPr>
              <a:t>L</a:t>
            </a:r>
            <a:r>
              <a:rPr dirty="0" sz="600" spc="-10" b="1">
                <a:solidFill>
                  <a:srgbClr val="9A4249"/>
                </a:solidFill>
                <a:latin typeface="Arial"/>
                <a:cs typeface="Arial"/>
              </a:rPr>
              <a:t>a</a:t>
            </a:r>
            <a:r>
              <a:rPr dirty="0" sz="600" spc="-10" b="1">
                <a:solidFill>
                  <a:srgbClr val="B65259"/>
                </a:solidFill>
                <a:latin typeface="Arial"/>
                <a:cs typeface="Arial"/>
              </a:rPr>
              <a:t>r</a:t>
            </a:r>
            <a:r>
              <a:rPr dirty="0" sz="600" spc="-10" b="1">
                <a:solidFill>
                  <a:srgbClr val="9A4249"/>
                </a:solidFill>
                <a:latin typeface="Arial"/>
                <a:cs typeface="Arial"/>
              </a:rPr>
              <a:t>ge</a:t>
            </a:r>
            <a:r>
              <a:rPr dirty="0" sz="600" spc="-5" b="1">
                <a:solidFill>
                  <a:srgbClr val="9A4249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9A4249"/>
                </a:solidFill>
                <a:latin typeface="Arial"/>
                <a:cs typeface="Arial"/>
              </a:rPr>
              <a:t>Code)</a:t>
            </a:r>
            <a:endParaRPr sz="6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4027334" y="2672939"/>
            <a:ext cx="889000" cy="539750"/>
          </a:xfrm>
          <a:prstGeom prst="rect">
            <a:avLst/>
          </a:prstGeom>
          <a:ln w="6731">
            <a:solidFill>
              <a:srgbClr val="000000"/>
            </a:solidFill>
          </a:ln>
        </p:spPr>
        <p:txBody>
          <a:bodyPr wrap="square" lIns="0" tIns="59690" rIns="0" bIns="0" rtlCol="0" vert="horz">
            <a:spAutoFit/>
          </a:bodyPr>
          <a:lstStyle/>
          <a:p>
            <a:pPr algn="ctr" marL="14604">
              <a:lnSpc>
                <a:spcPct val="100000"/>
              </a:lnSpc>
              <a:spcBef>
                <a:spcPts val="470"/>
              </a:spcBef>
            </a:pPr>
            <a:r>
              <a:rPr dirty="0" sz="750" spc="-35" b="1">
                <a:solidFill>
                  <a:srgbClr val="316441"/>
                </a:solidFill>
                <a:latin typeface="Arial"/>
                <a:cs typeface="Arial"/>
              </a:rPr>
              <a:t>DIRECT</a:t>
            </a:r>
            <a:r>
              <a:rPr dirty="0" sz="750" spc="-10" b="1">
                <a:solidFill>
                  <a:srgbClr val="316441"/>
                </a:solidFill>
                <a:latin typeface="Arial"/>
                <a:cs typeface="Arial"/>
              </a:rPr>
              <a:t> </a:t>
            </a:r>
            <a:r>
              <a:rPr dirty="0" sz="750" spc="-10" b="1">
                <a:solidFill>
                  <a:srgbClr val="214D2F"/>
                </a:solidFill>
                <a:latin typeface="Arial"/>
                <a:cs typeface="Arial"/>
              </a:rPr>
              <a:t>PIP</a:t>
            </a:r>
            <a:r>
              <a:rPr dirty="0" sz="750" spc="-10" b="1">
                <a:solidFill>
                  <a:srgbClr val="44754D"/>
                </a:solidFill>
                <a:latin typeface="Arial"/>
                <a:cs typeface="Arial"/>
              </a:rPr>
              <a:t>ELINE</a:t>
            </a:r>
            <a:endParaRPr sz="750">
              <a:latin typeface="Arial"/>
              <a:cs typeface="Arial"/>
            </a:endParaRPr>
          </a:p>
          <a:p>
            <a:pPr algn="ctr" marL="161925" marR="152400">
              <a:lnSpc>
                <a:spcPct val="125299"/>
              </a:lnSpc>
              <a:spcBef>
                <a:spcPts val="395"/>
              </a:spcBef>
            </a:pP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Use</a:t>
            </a:r>
            <a:r>
              <a:rPr dirty="0" sz="600" spc="3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10">
                <a:solidFill>
                  <a:srgbClr val="343842"/>
                </a:solidFill>
                <a:latin typeface="Arial"/>
                <a:cs typeface="Arial"/>
              </a:rPr>
              <a:t>entire</a:t>
            </a:r>
            <a:r>
              <a:rPr dirty="0" sz="600" spc="-45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cod</a:t>
            </a:r>
            <a:r>
              <a:rPr dirty="0" sz="600" spc="-20">
                <a:solidFill>
                  <a:srgbClr val="262834"/>
                </a:solidFill>
                <a:latin typeface="Arial"/>
                <a:cs typeface="Arial"/>
              </a:rPr>
              <a:t>e</a:t>
            </a:r>
            <a:r>
              <a:rPr dirty="0" sz="600" spc="500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343842"/>
                </a:solidFill>
                <a:latin typeface="Arial"/>
                <a:cs typeface="Arial"/>
              </a:rPr>
              <a:t>as</a:t>
            </a:r>
            <a:r>
              <a:rPr dirty="0" sz="600" spc="-2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con</a:t>
            </a:r>
            <a:r>
              <a:rPr dirty="0" sz="600" spc="-10">
                <a:solidFill>
                  <a:srgbClr val="262834"/>
                </a:solidFill>
                <a:latin typeface="Arial"/>
                <a:cs typeface="Arial"/>
              </a:rPr>
              <a:t>t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eX't</a:t>
            </a:r>
            <a:endParaRPr sz="6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5111071" y="2672939"/>
            <a:ext cx="895350" cy="539750"/>
          </a:xfrm>
          <a:prstGeom prst="rect">
            <a:avLst/>
          </a:prstGeom>
          <a:ln w="6731">
            <a:solidFill>
              <a:srgbClr val="000000"/>
            </a:solidFill>
          </a:ln>
        </p:spPr>
        <p:txBody>
          <a:bodyPr wrap="square" lIns="0" tIns="59690" rIns="0" bIns="0" rtlCol="0" vert="horz">
            <a:spAutoFit/>
          </a:bodyPr>
          <a:lstStyle/>
          <a:p>
            <a:pPr algn="ctr" marL="13970">
              <a:lnSpc>
                <a:spcPct val="100000"/>
              </a:lnSpc>
              <a:spcBef>
                <a:spcPts val="470"/>
              </a:spcBef>
            </a:pPr>
            <a:r>
              <a:rPr dirty="0" sz="750" spc="-10" b="1">
                <a:solidFill>
                  <a:srgbClr val="2D3B79"/>
                </a:solidFill>
                <a:latin typeface="Arial"/>
                <a:cs typeface="Arial"/>
              </a:rPr>
              <a:t>RAG</a:t>
            </a:r>
            <a:r>
              <a:rPr dirty="0" sz="750" spc="-110" b="1">
                <a:solidFill>
                  <a:srgbClr val="2D3B79"/>
                </a:solidFill>
                <a:latin typeface="Arial"/>
                <a:cs typeface="Arial"/>
              </a:rPr>
              <a:t> </a:t>
            </a:r>
            <a:r>
              <a:rPr dirty="0" sz="750" spc="-10" b="1">
                <a:solidFill>
                  <a:srgbClr val="2B3A9E"/>
                </a:solidFill>
                <a:latin typeface="Arial"/>
                <a:cs typeface="Arial"/>
              </a:rPr>
              <a:t>P</a:t>
            </a:r>
            <a:r>
              <a:rPr dirty="0" sz="750" spc="-10" b="1">
                <a:solidFill>
                  <a:srgbClr val="1D2B77"/>
                </a:solidFill>
                <a:latin typeface="Arial"/>
                <a:cs typeface="Arial"/>
              </a:rPr>
              <a:t>IP</a:t>
            </a:r>
            <a:r>
              <a:rPr dirty="0" sz="750" spc="-10" b="1">
                <a:solidFill>
                  <a:srgbClr val="2B3A9E"/>
                </a:solidFill>
                <a:latin typeface="Arial"/>
                <a:cs typeface="Arial"/>
              </a:rPr>
              <a:t>ELINE</a:t>
            </a:r>
            <a:endParaRPr sz="750">
              <a:latin typeface="Arial"/>
              <a:cs typeface="Arial"/>
            </a:endParaRPr>
          </a:p>
          <a:p>
            <a:pPr algn="ctr" marL="12065">
              <a:lnSpc>
                <a:spcPct val="100000"/>
              </a:lnSpc>
              <a:spcBef>
                <a:spcPts val="525"/>
              </a:spcBef>
            </a:pP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Ret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rieve</a:t>
            </a:r>
            <a:r>
              <a:rPr dirty="0" sz="600" spc="6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50" spc="-20">
                <a:solidFill>
                  <a:srgbClr val="343842"/>
                </a:solidFill>
                <a:latin typeface="Times New Roman"/>
                <a:cs typeface="Times New Roman"/>
              </a:rPr>
              <a:t>only</a:t>
            </a:r>
            <a:endParaRPr sz="650">
              <a:latin typeface="Times New Roman"/>
              <a:cs typeface="Times New Roman"/>
            </a:endParaRPr>
          </a:p>
          <a:p>
            <a:pPr algn="ctr" marL="11430">
              <a:lnSpc>
                <a:spcPct val="100000"/>
              </a:lnSpc>
              <a:spcBef>
                <a:spcPts val="175"/>
              </a:spcBef>
            </a:pP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relevan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t</a:t>
            </a:r>
            <a:r>
              <a:rPr dirty="0" sz="600" spc="105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c</a:t>
            </a:r>
            <a:r>
              <a:rPr dirty="0" sz="600" spc="-10">
                <a:solidFill>
                  <a:srgbClr val="262834"/>
                </a:solidFill>
                <a:latin typeface="Arial"/>
                <a:cs typeface="Arial"/>
              </a:rPr>
              <a:t>hu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n</a:t>
            </a:r>
            <a:r>
              <a:rPr dirty="0" sz="600" spc="-10">
                <a:solidFill>
                  <a:srgbClr val="262834"/>
                </a:solidFill>
                <a:latin typeface="Arial"/>
                <a:cs typeface="Arial"/>
              </a:rPr>
              <a:t>k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155595" y="3414000"/>
            <a:ext cx="1541145" cy="14033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 b="1">
                <a:solidFill>
                  <a:srgbClr val="262834"/>
                </a:solidFill>
                <a:latin typeface="Times New Roman"/>
                <a:cs typeface="Times New Roman"/>
              </a:rPr>
              <a:t>5.</a:t>
            </a:r>
            <a:r>
              <a:rPr dirty="0" sz="800" spc="170" b="1">
                <a:solidFill>
                  <a:srgbClr val="262834"/>
                </a:solidFill>
                <a:latin typeface="Times New Roman"/>
                <a:cs typeface="Times New Roman"/>
              </a:rPr>
              <a:t> </a:t>
            </a:r>
            <a:r>
              <a:rPr dirty="0" sz="750" b="1">
                <a:solidFill>
                  <a:srgbClr val="343842"/>
                </a:solidFill>
                <a:latin typeface="Arial"/>
                <a:cs typeface="Arial"/>
              </a:rPr>
              <a:t>PROMPT</a:t>
            </a:r>
            <a:r>
              <a:rPr dirty="0" sz="750" spc="25" b="1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262834"/>
                </a:solidFill>
                <a:latin typeface="Arial"/>
                <a:cs typeface="Arial"/>
              </a:rPr>
              <a:t>BU</a:t>
            </a:r>
            <a:r>
              <a:rPr dirty="0" sz="750" b="1">
                <a:solidFill>
                  <a:srgbClr val="2A285E"/>
                </a:solidFill>
                <a:latin typeface="Arial"/>
                <a:cs typeface="Arial"/>
              </a:rPr>
              <a:t>I</a:t>
            </a:r>
            <a:r>
              <a:rPr dirty="0" sz="750" b="1">
                <a:solidFill>
                  <a:srgbClr val="343842"/>
                </a:solidFill>
                <a:latin typeface="Arial"/>
                <a:cs typeface="Arial"/>
              </a:rPr>
              <a:t>LDER</a:t>
            </a:r>
            <a:r>
              <a:rPr dirty="0" sz="750" spc="-25" b="1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(T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a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s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k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-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S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pec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ifi</a:t>
            </a:r>
            <a:r>
              <a:rPr dirty="0" sz="600" spc="-10">
                <a:solidFill>
                  <a:srgbClr val="7E8087"/>
                </a:solidFill>
                <a:latin typeface="Arial"/>
                <a:cs typeface="Arial"/>
              </a:rPr>
              <a:t>c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)</a:t>
            </a:r>
            <a:endParaRPr sz="6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986428" y="3905699"/>
            <a:ext cx="569595" cy="41211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305"/>
              </a:spcBef>
            </a:pPr>
            <a:r>
              <a:rPr dirty="0" sz="550" spc="-25">
                <a:solidFill>
                  <a:srgbClr val="4B4F56"/>
                </a:solidFill>
                <a:latin typeface="Arial"/>
                <a:cs typeface="Arial"/>
              </a:rPr>
              <a:t>F</a:t>
            </a:r>
            <a:r>
              <a:rPr dirty="0" sz="550" spc="-25">
                <a:solidFill>
                  <a:srgbClr val="64676E"/>
                </a:solidFill>
                <a:latin typeface="Arial"/>
                <a:cs typeface="Arial"/>
              </a:rPr>
              <a:t>i</a:t>
            </a:r>
            <a:r>
              <a:rPr dirty="0" sz="550" spc="-25">
                <a:solidFill>
                  <a:srgbClr val="4B4F56"/>
                </a:solidFill>
                <a:latin typeface="Arial"/>
                <a:cs typeface="Arial"/>
              </a:rPr>
              <a:t>�</a:t>
            </a:r>
            <a:endParaRPr sz="550">
              <a:latin typeface="Arial"/>
              <a:cs typeface="Arial"/>
            </a:endParaRPr>
          </a:p>
          <a:p>
            <a:pPr algn="ctr" marL="12700" marR="5080">
              <a:lnSpc>
                <a:spcPct val="110800"/>
              </a:lnSpc>
              <a:spcBef>
                <a:spcPts val="120"/>
              </a:spcBef>
            </a:pPr>
            <a:r>
              <a:rPr dirty="0" sz="450">
                <a:solidFill>
                  <a:srgbClr val="64676E"/>
                </a:solidFill>
                <a:latin typeface="Times New Roman"/>
                <a:cs typeface="Times New Roman"/>
              </a:rPr>
              <a:t>�</a:t>
            </a:r>
            <a:r>
              <a:rPr dirty="0" sz="450">
                <a:solidFill>
                  <a:srgbClr val="4B4F56"/>
                </a:solidFill>
                <a:latin typeface="Times New Roman"/>
                <a:cs typeface="Times New Roman"/>
              </a:rPr>
              <a:t>IX</a:t>
            </a:r>
            <a:r>
              <a:rPr dirty="0" sz="500" b="1">
                <a:solidFill>
                  <a:srgbClr val="7E8087"/>
                </a:solidFill>
                <a:latin typeface="Times New Roman"/>
                <a:cs typeface="Times New Roman"/>
              </a:rPr>
              <a:t>al</a:t>
            </a:r>
            <a:r>
              <a:rPr dirty="0" sz="500" b="1">
                <a:solidFill>
                  <a:srgbClr val="64676E"/>
                </a:solidFill>
                <a:latin typeface="Times New Roman"/>
                <a:cs typeface="Times New Roman"/>
              </a:rPr>
              <a:t>�</a:t>
            </a:r>
            <a:r>
              <a:rPr dirty="0" sz="500" spc="260" b="1">
                <a:solidFill>
                  <a:srgbClr val="64676E"/>
                </a:solidFill>
                <a:latin typeface="Times New Roman"/>
                <a:cs typeface="Times New Roman"/>
              </a:rPr>
              <a:t>  </a:t>
            </a:r>
            <a:r>
              <a:rPr dirty="0" sz="450">
                <a:solidFill>
                  <a:srgbClr val="4B4F56"/>
                </a:solidFill>
                <a:latin typeface="Times New Roman"/>
                <a:cs typeface="Times New Roman"/>
              </a:rPr>
              <a:t>.i</a:t>
            </a:r>
            <a:r>
              <a:rPr dirty="0" sz="450">
                <a:solidFill>
                  <a:srgbClr val="64676E"/>
                </a:solidFill>
                <a:latin typeface="Times New Roman"/>
                <a:cs typeface="Times New Roman"/>
              </a:rPr>
              <a:t>nd</a:t>
            </a:r>
            <a:r>
              <a:rPr dirty="0" sz="450" spc="114">
                <a:solidFill>
                  <a:srgbClr val="64676E"/>
                </a:solidFill>
                <a:latin typeface="Times New Roman"/>
                <a:cs typeface="Times New Roman"/>
              </a:rPr>
              <a:t> </a:t>
            </a:r>
            <a:r>
              <a:rPr dirty="0" sz="450" spc="-85">
                <a:solidFill>
                  <a:srgbClr val="7E8087"/>
                </a:solidFill>
                <a:latin typeface="Times New Roman"/>
                <a:cs typeface="Times New Roman"/>
              </a:rPr>
              <a:t>r</a:t>
            </a:r>
            <a:r>
              <a:rPr dirty="0" sz="450" spc="-85">
                <a:solidFill>
                  <a:srgbClr val="64676E"/>
                </a:solidFill>
                <a:latin typeface="Times New Roman"/>
                <a:cs typeface="Times New Roman"/>
              </a:rPr>
              <a:t>owm</a:t>
            </a:r>
            <a:r>
              <a:rPr dirty="0" sz="450" spc="500">
                <a:solidFill>
                  <a:srgbClr val="64676E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4B4F56"/>
                </a:solidFill>
                <a:latin typeface="Times New Roman"/>
                <a:cs typeface="Times New Roman"/>
              </a:rPr>
              <a:t>ONL</a:t>
            </a:r>
            <a:r>
              <a:rPr dirty="0" sz="500" spc="-25">
                <a:solidFill>
                  <a:srgbClr val="64676E"/>
                </a:solidFill>
                <a:latin typeface="Times New Roman"/>
                <a:cs typeface="Times New Roman"/>
              </a:rPr>
              <a:t>y</a:t>
            </a:r>
            <a:r>
              <a:rPr dirty="0" sz="500" spc="10">
                <a:solidFill>
                  <a:srgbClr val="64676E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4B4F56"/>
                </a:solidFill>
                <a:latin typeface="Times New Roman"/>
                <a:cs typeface="Times New Roman"/>
              </a:rPr>
              <a:t>the</a:t>
            </a:r>
            <a:r>
              <a:rPr dirty="0" sz="500" spc="-25">
                <a:solidFill>
                  <a:srgbClr val="4B4F56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4B4F56"/>
                </a:solidFill>
                <a:latin typeface="Times New Roman"/>
                <a:cs typeface="Times New Roman"/>
              </a:rPr>
              <a:t>con</a:t>
            </a:r>
            <a:r>
              <a:rPr dirty="0" sz="500" spc="-10">
                <a:solidFill>
                  <a:srgbClr val="64676E"/>
                </a:solidFill>
                <a:latin typeface="Times New Roman"/>
                <a:cs typeface="Times New Roman"/>
              </a:rPr>
              <a:t>ect</a:t>
            </a:r>
            <a:r>
              <a:rPr dirty="0" sz="500" spc="-10">
                <a:solidFill>
                  <a:srgbClr val="4B4F56"/>
                </a:solidFill>
                <a:latin typeface="Times New Roman"/>
                <a:cs typeface="Times New Roman"/>
              </a:rPr>
              <a:t>ed</a:t>
            </a:r>
            <a:r>
              <a:rPr dirty="0" sz="500" spc="500">
                <a:solidFill>
                  <a:srgbClr val="4B4F56"/>
                </a:solidFill>
                <a:latin typeface="Times New Roman"/>
                <a:cs typeface="Times New Roman"/>
              </a:rPr>
              <a:t> </a:t>
            </a:r>
            <a:r>
              <a:rPr dirty="0" sz="550" spc="-20" b="1">
                <a:solidFill>
                  <a:srgbClr val="4B4F56"/>
                </a:solidFill>
                <a:latin typeface="Times New Roman"/>
                <a:cs typeface="Times New Roman"/>
              </a:rPr>
              <a:t>cod•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4574603" y="3797807"/>
            <a:ext cx="697230" cy="5118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B8C6C3"/>
                </a:solidFill>
                <a:latin typeface="Arial"/>
                <a:cs typeface="Arial"/>
              </a:rPr>
              <a:t>I</a:t>
            </a:r>
            <a:r>
              <a:rPr dirty="0" sz="1600" spc="175">
                <a:solidFill>
                  <a:srgbClr val="B8C6C3"/>
                </a:solidFill>
                <a:latin typeface="Arial"/>
                <a:cs typeface="Arial"/>
              </a:rPr>
              <a:t> </a:t>
            </a:r>
            <a:r>
              <a:rPr dirty="0" sz="550" spc="175">
                <a:solidFill>
                  <a:srgbClr val="4B4F56"/>
                </a:solidFill>
                <a:latin typeface="Arial"/>
                <a:cs typeface="Arial"/>
              </a:rPr>
              <a:t>�n</a:t>
            </a:r>
            <a:r>
              <a:rPr dirty="0" sz="550" spc="175">
                <a:solidFill>
                  <a:srgbClr val="3F4D87"/>
                </a:solidFill>
                <a:latin typeface="Arial"/>
                <a:cs typeface="Arial"/>
              </a:rPr>
              <a:t>�</a:t>
            </a:r>
            <a:r>
              <a:rPr dirty="0" sz="550" spc="175">
                <a:solidFill>
                  <a:srgbClr val="64676E"/>
                </a:solidFill>
                <a:latin typeface="Arial"/>
                <a:cs typeface="Arial"/>
              </a:rPr>
              <a:t>Tens</a:t>
            </a:r>
            <a:endParaRPr sz="550">
              <a:latin typeface="Arial"/>
              <a:cs typeface="Arial"/>
            </a:endParaRPr>
          </a:p>
          <a:p>
            <a:pPr algn="ctr" marL="50165">
              <a:lnSpc>
                <a:spcPct val="100000"/>
              </a:lnSpc>
              <a:spcBef>
                <a:spcPts val="30"/>
              </a:spcBef>
            </a:pPr>
            <a:r>
              <a:rPr dirty="0" sz="450" spc="150">
                <a:solidFill>
                  <a:srgbClr val="7E8087"/>
                </a:solidFill>
                <a:latin typeface="Times New Roman"/>
                <a:cs typeface="Times New Roman"/>
              </a:rPr>
              <a:t>Gtnt</a:t>
            </a:r>
            <a:r>
              <a:rPr dirty="0" sz="450" spc="150">
                <a:solidFill>
                  <a:srgbClr val="4B4F56"/>
                </a:solidFill>
                <a:latin typeface="Times New Roman"/>
                <a:cs typeface="Times New Roman"/>
              </a:rPr>
              <a:t>r</a:t>
            </a:r>
            <a:r>
              <a:rPr dirty="0" sz="450" spc="150">
                <a:solidFill>
                  <a:srgbClr val="64676E"/>
                </a:solidFill>
                <a:latin typeface="Times New Roman"/>
                <a:cs typeface="Times New Roman"/>
              </a:rPr>
              <a:t>•</a:t>
            </a:r>
            <a:r>
              <a:rPr dirty="0" sz="450" spc="150">
                <a:solidFill>
                  <a:srgbClr val="4B4F56"/>
                </a:solidFill>
                <a:latin typeface="Times New Roman"/>
                <a:cs typeface="Times New Roman"/>
              </a:rPr>
              <a:t>t�</a:t>
            </a:r>
            <a:r>
              <a:rPr dirty="0" sz="450" spc="150">
                <a:solidFill>
                  <a:srgbClr val="64676E"/>
                </a:solidFill>
                <a:latin typeface="Times New Roman"/>
                <a:cs typeface="Times New Roman"/>
              </a:rPr>
              <a:t>�</a:t>
            </a:r>
            <a:r>
              <a:rPr dirty="0" sz="450" spc="150">
                <a:solidFill>
                  <a:srgbClr val="4B4F56"/>
                </a:solidFill>
                <a:latin typeface="Times New Roman"/>
                <a:cs typeface="Times New Roman"/>
              </a:rPr>
              <a:t>n</a:t>
            </a:r>
            <a:r>
              <a:rPr dirty="0" sz="450" spc="150">
                <a:solidFill>
                  <a:srgbClr val="64676E"/>
                </a:solidFill>
                <a:latin typeface="Times New Roman"/>
                <a:cs typeface="Times New Roman"/>
              </a:rPr>
              <a:t>SNt</a:t>
            </a:r>
            <a:endParaRPr sz="450">
              <a:latin typeface="Times New Roman"/>
              <a:cs typeface="Times New Roman"/>
            </a:endParaRPr>
          </a:p>
          <a:p>
            <a:pPr algn="ctr" marL="70485">
              <a:lnSpc>
                <a:spcPct val="100000"/>
              </a:lnSpc>
              <a:spcBef>
                <a:spcPts val="100"/>
              </a:spcBef>
            </a:pPr>
            <a:r>
              <a:rPr dirty="0" sz="400" spc="80" i="1">
                <a:solidFill>
                  <a:srgbClr val="4B4F56"/>
                </a:solidFill>
                <a:latin typeface="Arial"/>
                <a:cs typeface="Arial"/>
              </a:rPr>
              <a:t>tfft</a:t>
            </a:r>
            <a:r>
              <a:rPr dirty="0" sz="400" spc="-55" i="1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450">
                <a:solidFill>
                  <a:srgbClr val="4B4F56"/>
                </a:solidFill>
                <a:latin typeface="Times New Roman"/>
                <a:cs typeface="Times New Roman"/>
              </a:rPr>
              <a:t>ea</a:t>
            </a:r>
            <a:r>
              <a:rPr dirty="0" sz="450">
                <a:solidFill>
                  <a:srgbClr val="64676E"/>
                </a:solidFill>
                <a:latin typeface="Times New Roman"/>
                <a:cs typeface="Times New Roman"/>
              </a:rPr>
              <a:t>ses</a:t>
            </a:r>
            <a:r>
              <a:rPr dirty="0" sz="450" spc="210">
                <a:solidFill>
                  <a:srgbClr val="64676E"/>
                </a:solidFill>
                <a:latin typeface="Times New Roman"/>
                <a:cs typeface="Times New Roman"/>
              </a:rPr>
              <a:t> </a:t>
            </a:r>
            <a:r>
              <a:rPr dirty="0" sz="450">
                <a:solidFill>
                  <a:srgbClr val="4B4F56"/>
                </a:solidFill>
                <a:latin typeface="Times New Roman"/>
                <a:cs typeface="Times New Roman"/>
              </a:rPr>
              <a:t>wit</a:t>
            </a:r>
            <a:r>
              <a:rPr dirty="0" sz="450">
                <a:solidFill>
                  <a:srgbClr val="262834"/>
                </a:solidFill>
                <a:latin typeface="Times New Roman"/>
                <a:cs typeface="Times New Roman"/>
              </a:rPr>
              <a:t>h</a:t>
            </a:r>
            <a:r>
              <a:rPr dirty="0" sz="450" spc="55">
                <a:solidFill>
                  <a:srgbClr val="262834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4B4F56"/>
                </a:solidFill>
                <a:latin typeface="Arial"/>
                <a:cs typeface="Arial"/>
              </a:rPr>
              <a:t>edge</a:t>
            </a:r>
            <a:endParaRPr sz="500">
              <a:latin typeface="Arial"/>
              <a:cs typeface="Arial"/>
            </a:endParaRPr>
          </a:p>
          <a:p>
            <a:pPr algn="ctr" marL="66675">
              <a:lnSpc>
                <a:spcPct val="100000"/>
              </a:lnSpc>
              <a:spcBef>
                <a:spcPts val="35"/>
              </a:spcBef>
            </a:pPr>
            <a:r>
              <a:rPr dirty="0" sz="500" spc="-55">
                <a:solidFill>
                  <a:srgbClr val="4B4F56"/>
                </a:solidFill>
                <a:latin typeface="Times New Roman"/>
                <a:cs typeface="Times New Roman"/>
              </a:rPr>
              <a:t>&lt;:a</a:t>
            </a:r>
            <a:r>
              <a:rPr dirty="0" sz="500" spc="-55">
                <a:solidFill>
                  <a:srgbClr val="64676E"/>
                </a:solidFill>
                <a:latin typeface="Times New Roman"/>
                <a:cs typeface="Times New Roman"/>
              </a:rPr>
              <a:t>S-</a:t>
            </a:r>
            <a:r>
              <a:rPr dirty="0" sz="500" spc="-25">
                <a:solidFill>
                  <a:srgbClr val="64676E"/>
                </a:solidFill>
                <a:latin typeface="Times New Roman"/>
                <a:cs typeface="Times New Roman"/>
              </a:rPr>
              <a:t>e$•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5343231" y="3609835"/>
            <a:ext cx="585470" cy="6985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105"/>
              </a:spcBef>
            </a:pPr>
            <a:r>
              <a:rPr dirty="0" sz="1700" spc="195" i="1">
                <a:solidFill>
                  <a:srgbClr val="3F4D87"/>
                </a:solidFill>
                <a:latin typeface="Times New Roman"/>
                <a:cs typeface="Times New Roman"/>
              </a:rPr>
              <a:t>fl</a:t>
            </a:r>
            <a:endParaRPr sz="1700">
              <a:latin typeface="Times New Roman"/>
              <a:cs typeface="Times New Roman"/>
            </a:endParaRPr>
          </a:p>
          <a:p>
            <a:pPr algn="ctr" marL="5080">
              <a:lnSpc>
                <a:spcPct val="100000"/>
              </a:lnSpc>
              <a:spcBef>
                <a:spcPts val="434"/>
              </a:spcBef>
            </a:pPr>
            <a:r>
              <a:rPr dirty="0" sz="550">
                <a:solidFill>
                  <a:srgbClr val="4B4F56"/>
                </a:solidFill>
                <a:latin typeface="Times New Roman"/>
                <a:cs typeface="Times New Roman"/>
              </a:rPr>
              <a:t>En</a:t>
            </a:r>
            <a:r>
              <a:rPr dirty="0" sz="550">
                <a:solidFill>
                  <a:srgbClr val="64676E"/>
                </a:solidFill>
                <a:latin typeface="Times New Roman"/>
                <a:cs typeface="Times New Roman"/>
              </a:rPr>
              <a:t>h</a:t>
            </a:r>
            <a:r>
              <a:rPr dirty="0" sz="550">
                <a:solidFill>
                  <a:srgbClr val="4B4F56"/>
                </a:solidFill>
                <a:latin typeface="Times New Roman"/>
                <a:cs typeface="Times New Roman"/>
              </a:rPr>
              <a:t>ance</a:t>
            </a:r>
            <a:r>
              <a:rPr dirty="0" sz="550" spc="90">
                <a:solidFill>
                  <a:srgbClr val="4B4F56"/>
                </a:solidFill>
                <a:latin typeface="Times New Roman"/>
                <a:cs typeface="Times New Roman"/>
              </a:rPr>
              <a:t> </a:t>
            </a:r>
            <a:r>
              <a:rPr dirty="0" sz="550" spc="-20">
                <a:solidFill>
                  <a:srgbClr val="4B4F56"/>
                </a:solidFill>
                <a:latin typeface="Times New Roman"/>
                <a:cs typeface="Times New Roman"/>
              </a:rPr>
              <a:t>Code</a:t>
            </a:r>
            <a:endParaRPr sz="550">
              <a:latin typeface="Times New Roman"/>
              <a:cs typeface="Times New Roman"/>
            </a:endParaRPr>
          </a:p>
          <a:p>
            <a:pPr algn="ctr" marL="12065" marR="5080" indent="-6350">
              <a:lnSpc>
                <a:spcPct val="110300"/>
              </a:lnSpc>
              <a:spcBef>
                <a:spcPts val="229"/>
              </a:spcBef>
            </a:pPr>
            <a:r>
              <a:rPr dirty="0" sz="500" spc="455">
                <a:solidFill>
                  <a:srgbClr val="4B4F56"/>
                </a:solidFill>
                <a:latin typeface="Times New Roman"/>
                <a:cs typeface="Times New Roman"/>
              </a:rPr>
              <a:t>l�r</a:t>
            </a:r>
            <a:r>
              <a:rPr dirty="0" sz="500" spc="455">
                <a:solidFill>
                  <a:srgbClr val="64676E"/>
                </a:solidFill>
                <a:latin typeface="Times New Roman"/>
                <a:cs typeface="Times New Roman"/>
              </a:rPr>
              <a:t>e�</a:t>
            </a:r>
            <a:r>
              <a:rPr dirty="0" sz="500" spc="455">
                <a:solidFill>
                  <a:srgbClr val="343842"/>
                </a:solidFill>
                <a:latin typeface="Times New Roman"/>
                <a:cs typeface="Times New Roman"/>
              </a:rPr>
              <a:t>. </a:t>
            </a:r>
            <a:r>
              <a:rPr dirty="0" sz="500" spc="-10">
                <a:solidFill>
                  <a:srgbClr val="4B4F56"/>
                </a:solidFill>
                <a:latin typeface="Arial"/>
                <a:cs typeface="Arial"/>
              </a:rPr>
              <a:t>perlonn</a:t>
            </a:r>
            <a:r>
              <a:rPr dirty="0" sz="500" spc="-10">
                <a:solidFill>
                  <a:srgbClr val="64676E"/>
                </a:solidFill>
                <a:latin typeface="Arial"/>
                <a:cs typeface="Arial"/>
              </a:rPr>
              <a:t>.a</a:t>
            </a:r>
            <a:r>
              <a:rPr dirty="0" sz="500" spc="-10">
                <a:solidFill>
                  <a:srgbClr val="4B4F56"/>
                </a:solidFill>
                <a:latin typeface="Arial"/>
                <a:cs typeface="Arial"/>
              </a:rPr>
              <a:t>nco</a:t>
            </a:r>
            <a:r>
              <a:rPr dirty="0" sz="500" spc="-10">
                <a:solidFill>
                  <a:srgbClr val="64676E"/>
                </a:solidFill>
                <a:latin typeface="Times New Roman"/>
                <a:cs typeface="Times New Roman"/>
              </a:rPr>
              <a:t>•</a:t>
            </a:r>
            <a:r>
              <a:rPr dirty="0" sz="500" spc="-10">
                <a:solidFill>
                  <a:srgbClr val="4B4F56"/>
                </a:solidFill>
                <a:latin typeface="Times New Roman"/>
                <a:cs typeface="Times New Roman"/>
              </a:rPr>
              <a:t>nd</a:t>
            </a:r>
            <a:r>
              <a:rPr dirty="0" sz="500" spc="5">
                <a:solidFill>
                  <a:srgbClr val="4B4F56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4B4F56"/>
                </a:solidFill>
                <a:latin typeface="Times New Roman"/>
                <a:cs typeface="Times New Roman"/>
              </a:rPr>
              <a:t>bH</a:t>
            </a:r>
            <a:r>
              <a:rPr dirty="0" sz="500" spc="-25">
                <a:solidFill>
                  <a:srgbClr val="64676E"/>
                </a:solidFill>
                <a:latin typeface="Times New Roman"/>
                <a:cs typeface="Times New Roman"/>
              </a:rPr>
              <a:t>t</a:t>
            </a:r>
            <a:r>
              <a:rPr dirty="0" sz="500" spc="500">
                <a:solidFill>
                  <a:srgbClr val="64676E"/>
                </a:solidFill>
                <a:latin typeface="Times New Roman"/>
                <a:cs typeface="Times New Roman"/>
              </a:rPr>
              <a:t> </a:t>
            </a:r>
            <a:r>
              <a:rPr dirty="0" sz="450" spc="40">
                <a:solidFill>
                  <a:srgbClr val="4B4F56"/>
                </a:solidFill>
                <a:latin typeface="Arial"/>
                <a:cs typeface="Arial"/>
              </a:rPr>
              <a:t>prac:t</a:t>
            </a:r>
            <a:r>
              <a:rPr dirty="0" sz="450" spc="40">
                <a:solidFill>
                  <a:srgbClr val="64676E"/>
                </a:solidFill>
                <a:latin typeface="Arial"/>
                <a:cs typeface="Arial"/>
              </a:rPr>
              <a:t>�·</a:t>
            </a:r>
            <a:endParaRPr sz="45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973188" y="3576135"/>
            <a:ext cx="522605" cy="740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4780">
              <a:lnSpc>
                <a:spcPct val="100000"/>
              </a:lnSpc>
              <a:spcBef>
                <a:spcPts val="105"/>
              </a:spcBef>
            </a:pPr>
            <a:r>
              <a:rPr dirty="0" sz="1700" spc="-30">
                <a:solidFill>
                  <a:srgbClr val="7E8087"/>
                </a:solidFill>
                <a:latin typeface="Arial"/>
                <a:cs typeface="Arial"/>
              </a:rPr>
              <a:t>'</a:t>
            </a:r>
            <a:r>
              <a:rPr dirty="0" sz="1700" spc="-1340">
                <a:solidFill>
                  <a:srgbClr val="856B52"/>
                </a:solidFill>
                <a:latin typeface="Arial"/>
                <a:cs typeface="Arial"/>
              </a:rPr>
              <a:t>Q</a:t>
            </a:r>
            <a:r>
              <a:rPr dirty="0" baseline="10582" sz="1575" spc="-44">
                <a:solidFill>
                  <a:srgbClr val="95897E"/>
                </a:solidFill>
                <a:latin typeface="Arial"/>
                <a:cs typeface="Arial"/>
              </a:rPr>
              <a:t>.</a:t>
            </a:r>
            <a:r>
              <a:rPr dirty="0" baseline="10582" sz="1575" spc="727">
                <a:solidFill>
                  <a:srgbClr val="95897E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95897E"/>
                </a:solidFill>
                <a:latin typeface="Arial"/>
                <a:cs typeface="Arial"/>
              </a:rPr>
              <a:t>'</a:t>
            </a:r>
            <a:r>
              <a:rPr dirty="0" baseline="10582" sz="1575" spc="-37">
                <a:solidFill>
                  <a:srgbClr val="95897E"/>
                </a:solidFill>
                <a:latin typeface="Arial"/>
                <a:cs typeface="Arial"/>
              </a:rPr>
              <a:t>.</a:t>
            </a:r>
            <a:r>
              <a:rPr dirty="0" sz="1700" spc="-25">
                <a:solidFill>
                  <a:srgbClr val="95897E"/>
                </a:solidFill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97155">
              <a:lnSpc>
                <a:spcPct val="100000"/>
              </a:lnSpc>
              <a:spcBef>
                <a:spcPts val="700"/>
              </a:spcBef>
            </a:pPr>
            <a:r>
              <a:rPr dirty="0" sz="550" spc="-10">
                <a:solidFill>
                  <a:srgbClr val="856B52"/>
                </a:solidFill>
                <a:latin typeface="Arial"/>
                <a:cs typeface="Arial"/>
              </a:rPr>
              <a:t>Suggestio</a:t>
            </a:r>
            <a:r>
              <a:rPr dirty="0" sz="550" spc="-10">
                <a:solidFill>
                  <a:srgbClr val="A18267"/>
                </a:solidFill>
                <a:latin typeface="Arial"/>
                <a:cs typeface="Arial"/>
              </a:rPr>
              <a:t>n</a:t>
            </a:r>
            <a:r>
              <a:rPr dirty="0" sz="550" spc="-10">
                <a:solidFill>
                  <a:srgbClr val="856B52"/>
                </a:solidFill>
                <a:latin typeface="Arial"/>
                <a:cs typeface="Arial"/>
              </a:rPr>
              <a:t>s</a:t>
            </a:r>
            <a:endParaRPr sz="550">
              <a:latin typeface="Arial"/>
              <a:cs typeface="Arial"/>
            </a:endParaRPr>
          </a:p>
          <a:p>
            <a:pPr algn="just" marL="111760" marR="47625" indent="-74295">
              <a:lnSpc>
                <a:spcPct val="123100"/>
              </a:lnSpc>
              <a:spcBef>
                <a:spcPts val="165"/>
              </a:spcBef>
            </a:pPr>
            <a:r>
              <a:rPr dirty="0" sz="450">
                <a:solidFill>
                  <a:srgbClr val="262834"/>
                </a:solidFill>
                <a:latin typeface="Times New Roman"/>
                <a:cs typeface="Times New Roman"/>
              </a:rPr>
              <a:t>ln</a:t>
            </a:r>
            <a:r>
              <a:rPr dirty="0" sz="450">
                <a:solidFill>
                  <a:srgbClr val="64676E"/>
                </a:solidFill>
                <a:latin typeface="Times New Roman"/>
                <a:cs typeface="Times New Roman"/>
              </a:rPr>
              <a:t>•de:l'M</a:t>
            </a:r>
            <a:r>
              <a:rPr dirty="0" sz="450" spc="-20">
                <a:solidFill>
                  <a:srgbClr val="64676E"/>
                </a:solidFill>
                <a:latin typeface="Times New Roman"/>
                <a:cs typeface="Times New Roman"/>
              </a:rPr>
              <a:t> </a:t>
            </a:r>
            <a:r>
              <a:rPr dirty="0" sz="450" spc="-10">
                <a:solidFill>
                  <a:srgbClr val="4B4F56"/>
                </a:solidFill>
                <a:latin typeface="Times New Roman"/>
                <a:cs typeface="Times New Roman"/>
              </a:rPr>
              <a:t>.ct</a:t>
            </a:r>
            <a:r>
              <a:rPr dirty="0" sz="450" spc="-10">
                <a:solidFill>
                  <a:srgbClr val="64676E"/>
                </a:solidFill>
                <a:latin typeface="Times New Roman"/>
                <a:cs typeface="Times New Roman"/>
              </a:rPr>
              <a:t>ion�</a:t>
            </a:r>
            <a:r>
              <a:rPr dirty="0" sz="450" spc="500">
                <a:solidFill>
                  <a:srgbClr val="64676E"/>
                </a:solidFill>
                <a:latin typeface="Times New Roman"/>
                <a:cs typeface="Times New Roman"/>
              </a:rPr>
              <a:t> </a:t>
            </a:r>
            <a:r>
              <a:rPr dirty="0" sz="450" spc="-10">
                <a:solidFill>
                  <a:srgbClr val="4B4F56"/>
                </a:solidFill>
                <a:latin typeface="Times New Roman"/>
                <a:cs typeface="Times New Roman"/>
              </a:rPr>
              <a:t>ifflfll'OYtmitnt</a:t>
            </a:r>
            <a:r>
              <a:rPr dirty="0" sz="450" spc="500">
                <a:solidFill>
                  <a:srgbClr val="4B4F56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4B4F56"/>
                </a:solidFill>
                <a:latin typeface="Arial"/>
                <a:cs typeface="Arial"/>
              </a:rPr>
              <a:t>su�</a:t>
            </a:r>
            <a:r>
              <a:rPr dirty="0" sz="500" spc="-10">
                <a:solidFill>
                  <a:srgbClr val="64676E"/>
                </a:solidFill>
                <a:latin typeface="Arial"/>
                <a:cs typeface="Arial"/>
              </a:rPr>
              <a:t>stion</a:t>
            </a:r>
            <a:r>
              <a:rPr dirty="0" sz="500" spc="-10">
                <a:solidFill>
                  <a:srgbClr val="4B4F56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6585474" y="3506170"/>
            <a:ext cx="721360" cy="890905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algn="ctr" marR="42545">
              <a:lnSpc>
                <a:spcPct val="100000"/>
              </a:lnSpc>
              <a:spcBef>
                <a:spcPts val="930"/>
              </a:spcBef>
            </a:pPr>
            <a:r>
              <a:rPr dirty="0" baseline="1501" sz="2775" spc="-1485">
                <a:solidFill>
                  <a:srgbClr val="343842"/>
                </a:solidFill>
                <a:latin typeface="Arial"/>
                <a:cs typeface="Arial"/>
              </a:rPr>
              <a:t>@</a:t>
            </a:r>
            <a:r>
              <a:rPr dirty="0" sz="1100" spc="-240">
                <a:solidFill>
                  <a:srgbClr val="262834"/>
                </a:solidFill>
                <a:latin typeface="Times New Roman"/>
                <a:cs typeface="Times New Roman"/>
              </a:rPr>
              <a:t>-</a:t>
            </a:r>
            <a:r>
              <a:rPr dirty="0" sz="1100" spc="-145">
                <a:solidFill>
                  <a:srgbClr val="262834"/>
                </a:solidFill>
                <a:latin typeface="Times New Roman"/>
                <a:cs typeface="Times New Roman"/>
              </a:rPr>
              <a:t> </a:t>
            </a:r>
            <a:r>
              <a:rPr dirty="0" baseline="1501" sz="2775" spc="-75">
                <a:solidFill>
                  <a:srgbClr val="343842"/>
                </a:solidFill>
                <a:latin typeface="Arial"/>
                <a:cs typeface="Arial"/>
              </a:rPr>
              <a:t>]</a:t>
            </a:r>
            <a:endParaRPr baseline="1501" sz="2775">
              <a:latin typeface="Arial"/>
              <a:cs typeface="Arial"/>
            </a:endParaRPr>
          </a:p>
          <a:p>
            <a:pPr marL="12700" marR="5080" indent="142240">
              <a:lnSpc>
                <a:spcPct val="135800"/>
              </a:lnSpc>
              <a:spcBef>
                <a:spcPts val="10"/>
              </a:spcBef>
            </a:pPr>
            <a:r>
              <a:rPr dirty="0" sz="550">
                <a:solidFill>
                  <a:srgbClr val="4B4F56"/>
                </a:solidFill>
                <a:latin typeface="Arial"/>
                <a:cs typeface="Arial"/>
              </a:rPr>
              <a:t>Fu</a:t>
            </a:r>
            <a:r>
              <a:rPr dirty="0" sz="550">
                <a:solidFill>
                  <a:srgbClr val="262834"/>
                </a:solidFill>
                <a:latin typeface="Arial"/>
                <a:cs typeface="Arial"/>
              </a:rPr>
              <a:t>ll </a:t>
            </a:r>
            <a:r>
              <a:rPr dirty="0" sz="550" spc="-10">
                <a:solidFill>
                  <a:srgbClr val="4B4F56"/>
                </a:solidFill>
                <a:latin typeface="Arial"/>
                <a:cs typeface="Arial"/>
              </a:rPr>
              <a:t>Rev</a:t>
            </a:r>
            <a:r>
              <a:rPr dirty="0" sz="550" spc="-10">
                <a:solidFill>
                  <a:srgbClr val="262834"/>
                </a:solidFill>
                <a:latin typeface="Arial"/>
                <a:cs typeface="Arial"/>
              </a:rPr>
              <a:t>i</a:t>
            </a:r>
            <a:r>
              <a:rPr dirty="0" sz="550" spc="-10">
                <a:solidFill>
                  <a:srgbClr val="4B4F56"/>
                </a:solidFill>
                <a:latin typeface="Arial"/>
                <a:cs typeface="Arial"/>
              </a:rPr>
              <a:t>ew</a:t>
            </a:r>
            <a:r>
              <a:rPr dirty="0" sz="550" spc="50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450" spc="-10">
                <a:solidFill>
                  <a:srgbClr val="64676E"/>
                </a:solidFill>
                <a:latin typeface="Arial"/>
                <a:cs typeface="Arial"/>
              </a:rPr>
              <a:t>fk,gs,.;,tC!,lrily,pe,1�</a:t>
            </a:r>
            <a:r>
              <a:rPr dirty="0" sz="450" spc="-10">
                <a:solidFill>
                  <a:srgbClr val="7E8087"/>
                </a:solidFill>
                <a:latin typeface="Arial"/>
                <a:cs typeface="Arial"/>
              </a:rPr>
              <a:t>.</a:t>
            </a:r>
            <a:r>
              <a:rPr dirty="0" sz="450" spc="500">
                <a:solidFill>
                  <a:srgbClr val="7E8087"/>
                </a:solidFill>
                <a:latin typeface="Arial"/>
                <a:cs typeface="Arial"/>
              </a:rPr>
              <a:t>  </a:t>
            </a:r>
            <a:r>
              <a:rPr dirty="0" sz="450" spc="-10">
                <a:solidFill>
                  <a:srgbClr val="64676E"/>
                </a:solidFill>
                <a:latin typeface="Times New Roman"/>
                <a:cs typeface="Times New Roman"/>
              </a:rPr>
              <a:t>ptOjoc:</a:t>
            </a:r>
            <a:r>
              <a:rPr dirty="0" sz="450" spc="-10">
                <a:solidFill>
                  <a:srgbClr val="343842"/>
                </a:solidFill>
                <a:latin typeface="Times New Roman"/>
                <a:cs typeface="Times New Roman"/>
              </a:rPr>
              <a:t>t</a:t>
            </a:r>
            <a:r>
              <a:rPr dirty="0" sz="450" spc="-10">
                <a:solidFill>
                  <a:srgbClr val="64676E"/>
                </a:solidFill>
                <a:latin typeface="Times New Roman"/>
                <a:cs typeface="Times New Roman"/>
              </a:rPr>
              <a:t>stwKla</a:t>
            </a:r>
            <a:r>
              <a:rPr dirty="0" sz="450" spc="-10">
                <a:solidFill>
                  <a:srgbClr val="4B4F56"/>
                </a:solidFill>
                <a:latin typeface="Times New Roman"/>
                <a:cs typeface="Times New Roman"/>
              </a:rPr>
              <a:t>td</a:t>
            </a:r>
            <a:r>
              <a:rPr dirty="0" sz="450" spc="-10">
                <a:solidFill>
                  <a:srgbClr val="64676E"/>
                </a:solidFill>
                <a:latin typeface="Times New Roman"/>
                <a:cs typeface="Times New Roman"/>
              </a:rPr>
              <a:t>\,gran'lffl</a:t>
            </a:r>
            <a:r>
              <a:rPr dirty="0" sz="450" spc="-10">
                <a:solidFill>
                  <a:srgbClr val="4B4F56"/>
                </a:solidFill>
                <a:latin typeface="Times New Roman"/>
                <a:cs typeface="Times New Roman"/>
              </a:rPr>
              <a:t>M</a:t>
            </a:r>
            <a:r>
              <a:rPr dirty="0" sz="450" spc="-10">
                <a:solidFill>
                  <a:srgbClr val="7E8087"/>
                </a:solidFill>
                <a:latin typeface="Times New Roman"/>
                <a:cs typeface="Times New Roman"/>
              </a:rPr>
              <a:t>,</a:t>
            </a:r>
            <a:endParaRPr sz="450">
              <a:latin typeface="Times New Roman"/>
              <a:cs typeface="Times New Roman"/>
            </a:endParaRPr>
          </a:p>
          <a:p>
            <a:pPr marL="104775">
              <a:lnSpc>
                <a:spcPct val="100000"/>
              </a:lnSpc>
              <a:spcBef>
                <a:spcPts val="100"/>
              </a:spcBef>
            </a:pPr>
            <a:r>
              <a:rPr dirty="0" sz="500" spc="-10">
                <a:solidFill>
                  <a:srgbClr val="4B4F56"/>
                </a:solidFill>
                <a:latin typeface="Arial"/>
                <a:cs typeface="Arial"/>
              </a:rPr>
              <a:t>e</a:t>
            </a:r>
            <a:r>
              <a:rPr dirty="0" sz="500" spc="-10">
                <a:solidFill>
                  <a:srgbClr val="64676E"/>
                </a:solidFill>
                <a:latin typeface="Arial"/>
                <a:cs typeface="Arial"/>
              </a:rPr>
              <a:t>thks..6'dli</a:t>
            </a:r>
            <a:r>
              <a:rPr dirty="0" sz="500" spc="-10">
                <a:solidFill>
                  <a:srgbClr val="4B4F56"/>
                </a:solidFill>
                <a:latin typeface="Arial"/>
                <a:cs typeface="Arial"/>
              </a:rPr>
              <a:t>1ecture</a:t>
            </a:r>
            <a:r>
              <a:rPr dirty="0" sz="500" spc="-10">
                <a:solidFill>
                  <a:srgbClr val="64676E"/>
                </a:solidFill>
                <a:latin typeface="Arial"/>
                <a:cs typeface="Arial"/>
              </a:rPr>
              <a:t>,</a:t>
            </a:r>
            <a:endParaRPr sz="500">
              <a:latin typeface="Arial"/>
              <a:cs typeface="Arial"/>
            </a:endParaRPr>
          </a:p>
          <a:p>
            <a:pPr marL="118745">
              <a:lnSpc>
                <a:spcPct val="100000"/>
              </a:lnSpc>
              <a:spcBef>
                <a:spcPts val="35"/>
              </a:spcBef>
            </a:pPr>
            <a:r>
              <a:rPr dirty="0" sz="450" spc="-20">
                <a:solidFill>
                  <a:srgbClr val="4B4F56"/>
                </a:solidFill>
                <a:latin typeface="Times New Roman"/>
                <a:cs typeface="Times New Roman"/>
              </a:rPr>
              <a:t>qua,</a:t>
            </a:r>
            <a:r>
              <a:rPr dirty="0" sz="450" spc="-20">
                <a:solidFill>
                  <a:srgbClr val="64676E"/>
                </a:solidFill>
                <a:latin typeface="Times New Roman"/>
                <a:cs typeface="Times New Roman"/>
              </a:rPr>
              <a:t>1</a:t>
            </a:r>
            <a:r>
              <a:rPr dirty="0" sz="450" spc="-20">
                <a:solidFill>
                  <a:srgbClr val="4B4F56"/>
                </a:solidFill>
                <a:latin typeface="Times New Roman"/>
                <a:cs typeface="Times New Roman"/>
              </a:rPr>
              <a:t>ity</a:t>
            </a:r>
            <a:r>
              <a:rPr dirty="0" sz="450" spc="10">
                <a:solidFill>
                  <a:srgbClr val="4B4F56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343842"/>
                </a:solidFill>
                <a:latin typeface="Arial"/>
                <a:cs typeface="Arial"/>
              </a:rPr>
              <a:t>&amp;</a:t>
            </a:r>
            <a:r>
              <a:rPr dirty="0" sz="500" spc="5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64676E"/>
                </a:solidFill>
                <a:latin typeface="Arial"/>
                <a:cs typeface="Arial"/>
              </a:rPr>
              <a:t>suucture</a:t>
            </a:r>
            <a:endParaRPr sz="50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502580" y="3695708"/>
            <a:ext cx="318135" cy="34036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000" spc="-440">
                <a:solidFill>
                  <a:srgbClr val="49347E"/>
                </a:solidFill>
                <a:latin typeface="Arial"/>
                <a:cs typeface="Arial"/>
              </a:rPr>
              <a:t>�</a:t>
            </a:r>
            <a:endParaRPr sz="1000">
              <a:latin typeface="Arial"/>
              <a:cs typeface="Arial"/>
            </a:endParaRPr>
          </a:p>
          <a:p>
            <a:pPr marL="55244">
              <a:lnSpc>
                <a:spcPct val="100000"/>
              </a:lnSpc>
              <a:spcBef>
                <a:spcPts val="209"/>
              </a:spcBef>
            </a:pPr>
            <a:r>
              <a:rPr dirty="0" sz="600" spc="-10">
                <a:solidFill>
                  <a:srgbClr val="4B4F56"/>
                </a:solidFill>
                <a:latin typeface="Times New Roman"/>
                <a:cs typeface="Times New Roman"/>
              </a:rPr>
              <a:t>Cu</a:t>
            </a:r>
            <a:r>
              <a:rPr dirty="0" sz="600" spc="-10">
                <a:solidFill>
                  <a:srgbClr val="64676E"/>
                </a:solidFill>
                <a:latin typeface="Times New Roman"/>
                <a:cs typeface="Times New Roman"/>
              </a:rPr>
              <a:t>st</a:t>
            </a:r>
            <a:r>
              <a:rPr dirty="0" sz="600" spc="-10">
                <a:solidFill>
                  <a:srgbClr val="4B4F56"/>
                </a:solidFill>
                <a:latin typeface="Times New Roman"/>
                <a:cs typeface="Times New Roman"/>
              </a:rPr>
              <a:t>om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8207285" y="3511356"/>
            <a:ext cx="266700" cy="476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50" spc="-175">
                <a:solidFill>
                  <a:srgbClr val="2A5460"/>
                </a:solidFill>
                <a:latin typeface="Arial"/>
                <a:cs typeface="Arial"/>
              </a:rPr>
              <a:t>w</a:t>
            </a:r>
            <a:endParaRPr sz="295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8209431" y="3924744"/>
            <a:ext cx="2578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">
                <a:solidFill>
                  <a:srgbClr val="64676E"/>
                </a:solidFill>
                <a:latin typeface="Arial"/>
                <a:cs typeface="Arial"/>
              </a:rPr>
              <a:t>E</a:t>
            </a:r>
            <a:r>
              <a:rPr dirty="0" sz="550" spc="-10">
                <a:solidFill>
                  <a:srgbClr val="4B4F56"/>
                </a:solidFill>
                <a:latin typeface="Arial"/>
                <a:cs typeface="Arial"/>
              </a:rPr>
              <a:t>xpl.</a:t>
            </a:r>
            <a:r>
              <a:rPr dirty="0" sz="550" spc="-10">
                <a:solidFill>
                  <a:srgbClr val="64676E"/>
                </a:solidFill>
                <a:latin typeface="Arial"/>
                <a:cs typeface="Arial"/>
              </a:rPr>
              <a:t>a</a:t>
            </a:r>
            <a:r>
              <a:rPr dirty="0" sz="550" spc="-10">
                <a:solidFill>
                  <a:srgbClr val="4B4F56"/>
                </a:solidFill>
                <a:latin typeface="Arial"/>
                <a:cs typeface="Arial"/>
              </a:rPr>
              <a:t>in</a:t>
            </a:r>
            <a:endParaRPr sz="55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474059" y="4038576"/>
            <a:ext cx="407034" cy="94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 spc="-10">
                <a:solidFill>
                  <a:srgbClr val="4B4F56"/>
                </a:solidFill>
                <a:latin typeface="Times New Roman"/>
                <a:cs typeface="Times New Roman"/>
              </a:rPr>
              <a:t>An</a:t>
            </a:r>
            <a:r>
              <a:rPr dirty="0" sz="450" spc="-10">
                <a:solidFill>
                  <a:srgbClr val="64676E"/>
                </a:solidFill>
                <a:latin typeface="Times New Roman"/>
                <a:cs typeface="Times New Roman"/>
              </a:rPr>
              <a:t>w,erC\1$1</a:t>
            </a:r>
            <a:r>
              <a:rPr dirty="0" sz="450" spc="-10">
                <a:solidFill>
                  <a:srgbClr val="4B4F56"/>
                </a:solidFill>
                <a:latin typeface="Times New Roman"/>
                <a:cs typeface="Times New Roman"/>
              </a:rPr>
              <a:t>om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8072453" y="4045316"/>
            <a:ext cx="511809" cy="94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 spc="-10">
                <a:solidFill>
                  <a:srgbClr val="343842"/>
                </a:solidFill>
                <a:latin typeface="Times New Roman"/>
                <a:cs typeface="Times New Roman"/>
              </a:rPr>
              <a:t>E</a:t>
            </a:r>
            <a:r>
              <a:rPr dirty="0" sz="450" spc="-10">
                <a:solidFill>
                  <a:srgbClr val="64676E"/>
                </a:solidFill>
                <a:latin typeface="Times New Roman"/>
                <a:cs typeface="Times New Roman"/>
              </a:rPr>
              <a:t>)(J',blnan:hitoctur�</a:t>
            </a:r>
            <a:r>
              <a:rPr dirty="0" sz="450" spc="-10">
                <a:solidFill>
                  <a:srgbClr val="4B4F56"/>
                </a:solidFill>
                <a:latin typeface="Times New Roman"/>
                <a:cs typeface="Times New Roman"/>
              </a:rPr>
              <a:t>.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426993" y="4126196"/>
            <a:ext cx="513080" cy="94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>
                <a:solidFill>
                  <a:srgbClr val="4B4F56"/>
                </a:solidFill>
                <a:latin typeface="Times New Roman"/>
                <a:cs typeface="Times New Roman"/>
              </a:rPr>
              <a:t>r</a:t>
            </a:r>
            <a:r>
              <a:rPr dirty="0" sz="450">
                <a:solidFill>
                  <a:srgbClr val="64676E"/>
                </a:solidFill>
                <a:latin typeface="Times New Roman"/>
                <a:cs typeface="Times New Roman"/>
              </a:rPr>
              <a:t>equi</a:t>
            </a:r>
            <a:r>
              <a:rPr dirty="0" sz="450">
                <a:solidFill>
                  <a:srgbClr val="4B4F56"/>
                </a:solidFill>
                <a:latin typeface="Times New Roman"/>
                <a:cs typeface="Times New Roman"/>
              </a:rPr>
              <a:t>r</a:t>
            </a:r>
            <a:r>
              <a:rPr dirty="0" sz="450">
                <a:solidFill>
                  <a:srgbClr val="64676E"/>
                </a:solidFill>
                <a:latin typeface="Times New Roman"/>
                <a:cs typeface="Times New Roman"/>
              </a:rPr>
              <a:t>em,eM$</a:t>
            </a:r>
            <a:r>
              <a:rPr dirty="0" sz="450" spc="-10">
                <a:solidFill>
                  <a:srgbClr val="64676E"/>
                </a:solidFill>
                <a:latin typeface="Times New Roman"/>
                <a:cs typeface="Times New Roman"/>
              </a:rPr>
              <a:t> Jri</a:t>
            </a:r>
            <a:r>
              <a:rPr dirty="0" sz="450" spc="-10">
                <a:solidFill>
                  <a:srgbClr val="4B4F56"/>
                </a:solidFill>
                <a:latin typeface="Times New Roman"/>
                <a:cs typeface="Times New Roman"/>
              </a:rPr>
              <a:t>bout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8018232" y="3834503"/>
            <a:ext cx="480695" cy="606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800" spc="-85">
                <a:solidFill>
                  <a:srgbClr val="64676E"/>
                </a:solidFill>
                <a:latin typeface="Arial"/>
                <a:cs typeface="Arial"/>
              </a:rPr>
              <a:t>-</a:t>
            </a:r>
            <a:r>
              <a:rPr dirty="0" sz="3800" spc="-45">
                <a:solidFill>
                  <a:srgbClr val="7E8087"/>
                </a:solidFill>
                <a:latin typeface="Arial"/>
                <a:cs typeface="Arial"/>
              </a:rPr>
              <a:t>·</a:t>
            </a:r>
            <a:r>
              <a:rPr dirty="0" sz="3800" spc="-45">
                <a:solidFill>
                  <a:srgbClr val="64676E"/>
                </a:solidFill>
                <a:latin typeface="Arial"/>
                <a:cs typeface="Arial"/>
              </a:rPr>
              <a:t>-</a:t>
            </a:r>
            <a:endParaRPr sz="380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7543966" y="4016483"/>
            <a:ext cx="2660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29">
                <a:solidFill>
                  <a:srgbClr val="64676E"/>
                </a:solidFill>
                <a:latin typeface="Times New Roman"/>
                <a:cs typeface="Times New Roman"/>
              </a:rPr>
              <a:t>.......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8092577" y="4214190"/>
            <a:ext cx="47752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270">
                <a:solidFill>
                  <a:srgbClr val="64676E"/>
                </a:solidFill>
                <a:latin typeface="Arial"/>
                <a:cs typeface="Arial"/>
              </a:rPr>
              <a:t>�</a:t>
            </a:r>
            <a:r>
              <a:rPr dirty="0" sz="500" spc="270">
                <a:solidFill>
                  <a:srgbClr val="4B4F56"/>
                </a:solidFill>
                <a:latin typeface="Arial"/>
                <a:cs typeface="Arial"/>
              </a:rPr>
              <a:t>&amp;:</a:t>
            </a:r>
            <a:r>
              <a:rPr dirty="0" sz="500" spc="270">
                <a:solidFill>
                  <a:srgbClr val="64676E"/>
                </a:solidFill>
                <a:latin typeface="Arial"/>
                <a:cs typeface="Arial"/>
              </a:rPr>
              <a:t>men</a:t>
            </a:r>
            <a:endParaRPr sz="50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8932150" y="3275829"/>
            <a:ext cx="120142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4305" sz="1200" spc="-179">
                <a:solidFill>
                  <a:srgbClr val="8E939C"/>
                </a:solidFill>
                <a:latin typeface="Arial"/>
                <a:cs typeface="Arial"/>
              </a:rPr>
              <a:t>'</a:t>
            </a:r>
            <a:r>
              <a:rPr dirty="0" sz="1200" spc="-120">
                <a:solidFill>
                  <a:srgbClr val="8E939C"/>
                </a:solidFill>
                <a:latin typeface="Arial"/>
                <a:cs typeface="Arial"/>
              </a:rPr>
              <a:t>..</a:t>
            </a:r>
            <a:r>
              <a:rPr dirty="0" sz="900" spc="-120">
                <a:solidFill>
                  <a:srgbClr val="7E8087"/>
                </a:solidFill>
                <a:latin typeface="Arial"/>
                <a:cs typeface="Arial"/>
              </a:rPr>
              <a:t>-</a:t>
            </a:r>
            <a:r>
              <a:rPr dirty="0" sz="900" spc="310">
                <a:solidFill>
                  <a:srgbClr val="7E8087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7E8087"/>
                </a:solidFill>
                <a:latin typeface="Arial"/>
                <a:cs typeface="Arial"/>
              </a:rPr>
              <a:t>-</a:t>
            </a:r>
            <a:r>
              <a:rPr dirty="0" sz="900">
                <a:solidFill>
                  <a:srgbClr val="8E939C"/>
                </a:solidFill>
                <a:latin typeface="Arial"/>
                <a:cs typeface="Arial"/>
              </a:rPr>
              <a:t>----</a:t>
            </a:r>
            <a:r>
              <a:rPr dirty="0" sz="900">
                <a:solidFill>
                  <a:srgbClr val="7E8087"/>
                </a:solidFill>
                <a:latin typeface="Arial"/>
                <a:cs typeface="Arial"/>
              </a:rPr>
              <a:t>-</a:t>
            </a:r>
            <a:r>
              <a:rPr dirty="0" sz="900">
                <a:solidFill>
                  <a:srgbClr val="6D779A"/>
                </a:solidFill>
                <a:latin typeface="Arial"/>
                <a:cs typeface="Arial"/>
              </a:rPr>
              <a:t>----</a:t>
            </a:r>
            <a:r>
              <a:rPr dirty="0" sz="900" spc="60">
                <a:solidFill>
                  <a:srgbClr val="8E939C"/>
                </a:solidFill>
                <a:latin typeface="Arial"/>
                <a:cs typeface="Arial"/>
              </a:rPr>
              <a:t>-</a:t>
            </a:r>
            <a:r>
              <a:rPr dirty="0" sz="900">
                <a:solidFill>
                  <a:srgbClr val="8E939C"/>
                </a:solidFill>
                <a:latin typeface="Arial"/>
                <a:cs typeface="Arial"/>
              </a:rPr>
              <a:t>-----</a:t>
            </a:r>
            <a:r>
              <a:rPr dirty="0" sz="900" spc="50">
                <a:solidFill>
                  <a:srgbClr val="8E939C"/>
                </a:solidFill>
                <a:latin typeface="Arial"/>
                <a:cs typeface="Arial"/>
              </a:rPr>
              <a:t>----</a:t>
            </a:r>
            <a:r>
              <a:rPr dirty="0" sz="900" spc="60">
                <a:solidFill>
                  <a:srgbClr val="8E939C"/>
                </a:solidFill>
                <a:latin typeface="Arial"/>
                <a:cs typeface="Arial"/>
              </a:rPr>
              <a:t>-</a:t>
            </a:r>
            <a:r>
              <a:rPr dirty="0" sz="900" spc="50">
                <a:solidFill>
                  <a:srgbClr val="8E939C"/>
                </a:solidFill>
                <a:latin typeface="Arial"/>
                <a:cs typeface="Arial"/>
              </a:rPr>
              <a:t>-</a:t>
            </a:r>
            <a:r>
              <a:rPr dirty="0" sz="900" spc="-110">
                <a:solidFill>
                  <a:srgbClr val="8E939C"/>
                </a:solidFill>
                <a:latin typeface="Arial"/>
                <a:cs typeface="Arial"/>
              </a:rPr>
              <a:t>-</a:t>
            </a:r>
            <a:r>
              <a:rPr dirty="0" sz="1200" spc="-25">
                <a:solidFill>
                  <a:srgbClr val="AAB3BA"/>
                </a:solidFill>
                <a:latin typeface="Arial"/>
                <a:cs typeface="Arial"/>
              </a:rPr>
              <a:t>..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10045600" y="3176602"/>
            <a:ext cx="99060" cy="384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50" spc="-50">
                <a:solidFill>
                  <a:srgbClr val="AAB3BA"/>
                </a:solidFill>
                <a:latin typeface="Arial"/>
                <a:cs typeface="Arial"/>
              </a:rPr>
              <a:t>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8951218" y="3451819"/>
            <a:ext cx="117919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235" algn="l"/>
              </a:tabLst>
            </a:pPr>
            <a:r>
              <a:rPr dirty="0" sz="1300" spc="-165">
                <a:solidFill>
                  <a:srgbClr val="8E939C"/>
                </a:solidFill>
                <a:latin typeface="Arial"/>
                <a:cs typeface="Arial"/>
              </a:rPr>
              <a:t>i,</a:t>
            </a:r>
            <a:r>
              <a:rPr dirty="0" sz="1300" spc="80">
                <a:solidFill>
                  <a:srgbClr val="8E939C"/>
                </a:solidFill>
                <a:latin typeface="Arial"/>
                <a:cs typeface="Arial"/>
              </a:rPr>
              <a:t> </a:t>
            </a:r>
            <a:r>
              <a:rPr dirty="0" sz="1300" spc="-944">
                <a:solidFill>
                  <a:srgbClr val="2D3B79"/>
                </a:solidFill>
                <a:latin typeface="Arial"/>
                <a:cs typeface="Arial"/>
              </a:rPr>
              <a:t>�</a:t>
            </a:r>
            <a:r>
              <a:rPr dirty="0" sz="600" spc="-315">
                <a:solidFill>
                  <a:srgbClr val="3F4D87"/>
                </a:solidFill>
                <a:latin typeface="Arial"/>
                <a:cs typeface="Arial"/>
              </a:rPr>
              <a:t>�</a:t>
            </a:r>
            <a:r>
              <a:rPr dirty="0" sz="600">
                <a:solidFill>
                  <a:srgbClr val="3F4D87"/>
                </a:solidFill>
                <a:latin typeface="Arial"/>
                <a:cs typeface="Arial"/>
              </a:rPr>
              <a:t>	Context</a:t>
            </a:r>
            <a:r>
              <a:rPr dirty="0" sz="600" spc="75">
                <a:solidFill>
                  <a:srgbClr val="3F4D87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3F4D87"/>
                </a:solidFill>
                <a:latin typeface="Arial"/>
                <a:cs typeface="Arial"/>
              </a:rPr>
              <a:t>Assemb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l</a:t>
            </a:r>
            <a:r>
              <a:rPr dirty="0" sz="600">
                <a:solidFill>
                  <a:srgbClr val="3F4D87"/>
                </a:solidFill>
                <a:latin typeface="Arial"/>
                <a:cs typeface="Arial"/>
              </a:rPr>
              <a:t>er</a:t>
            </a:r>
            <a:r>
              <a:rPr dirty="0" sz="600" spc="245">
                <a:solidFill>
                  <a:srgbClr val="3F4D87"/>
                </a:solidFill>
                <a:latin typeface="Arial"/>
                <a:cs typeface="Arial"/>
              </a:rPr>
              <a:t>  </a:t>
            </a:r>
            <a:r>
              <a:rPr dirty="0" sz="750" spc="-25">
                <a:solidFill>
                  <a:srgbClr val="AAB3BA"/>
                </a:solidFill>
                <a:latin typeface="Arial"/>
                <a:cs typeface="Arial"/>
              </a:rPr>
              <a:t>i,</a:t>
            </a:r>
            <a:endParaRPr sz="75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8575814" y="3606465"/>
            <a:ext cx="49784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975">
                <a:solidFill>
                  <a:srgbClr val="343842"/>
                </a:solidFill>
                <a:latin typeface="Arial"/>
                <a:cs typeface="Arial"/>
              </a:rPr>
              <a:t>-</a:t>
            </a:r>
            <a:r>
              <a:rPr dirty="0" sz="1250" spc="1570">
                <a:solidFill>
                  <a:srgbClr val="8E939C"/>
                </a:solidFill>
                <a:latin typeface="Arial"/>
                <a:cs typeface="Arial"/>
              </a:rPr>
              <a:t>1</a:t>
            </a:r>
            <a:endParaRPr sz="125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0065682" y="3682852"/>
            <a:ext cx="6413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25">
                <a:solidFill>
                  <a:srgbClr val="AAB3BA"/>
                </a:solidFill>
                <a:latin typeface="Arial"/>
                <a:cs typeface="Arial"/>
              </a:rPr>
              <a:t>!,</a:t>
            </a:r>
            <a:endParaRPr sz="65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9187940" y="3720221"/>
            <a:ext cx="695325" cy="36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13970">
              <a:lnSpc>
                <a:spcPct val="125299"/>
              </a:lnSpc>
              <a:spcBef>
                <a:spcPts val="100"/>
              </a:spcBef>
            </a:pP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Comb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i</a:t>
            </a:r>
            <a:r>
              <a:rPr dirty="0" sz="600">
                <a:solidFill>
                  <a:srgbClr val="343842"/>
                </a:solidFill>
                <a:latin typeface="Arial"/>
                <a:cs typeface="Arial"/>
              </a:rPr>
              <a:t>ne</a:t>
            </a:r>
            <a:r>
              <a:rPr dirty="0" sz="600" spc="-45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retriev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ed</a:t>
            </a:r>
            <a:r>
              <a:rPr dirty="0" sz="600" spc="500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chunk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s</a:t>
            </a:r>
            <a:r>
              <a:rPr dirty="0" sz="600" spc="80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into</a:t>
            </a:r>
            <a:r>
              <a:rPr dirty="0" sz="600" spc="-5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co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nte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x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t</a:t>
            </a:r>
            <a:r>
              <a:rPr dirty="0" sz="600" spc="500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fo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r</a:t>
            </a:r>
            <a:r>
              <a:rPr dirty="0" sz="600" spc="70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t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h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e</a:t>
            </a:r>
            <a:r>
              <a:rPr dirty="0" sz="600" spc="10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p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ro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mpt</a:t>
            </a:r>
            <a:endParaRPr sz="60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8946819" y="3755869"/>
            <a:ext cx="762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8E939C"/>
                </a:solidFill>
                <a:latin typeface="Arial"/>
                <a:cs typeface="Arial"/>
              </a:rPr>
              <a:t>!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0052141" y="3749503"/>
            <a:ext cx="8826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50">
                <a:solidFill>
                  <a:srgbClr val="AAB3BA"/>
                </a:solidFill>
                <a:latin typeface="Times New Roman"/>
                <a:cs typeface="Times New Roman"/>
              </a:rPr>
              <a:t>!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10061461" y="3876815"/>
            <a:ext cx="6540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AAB3BA"/>
                </a:solidFill>
                <a:latin typeface="Arial"/>
                <a:cs typeface="Arial"/>
              </a:rPr>
              <a:t>i</a:t>
            </a:r>
            <a:endParaRPr sz="1350">
              <a:latin typeface="Arial"/>
              <a:cs typeface="Arial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9035816" y="4165714"/>
            <a:ext cx="80645" cy="0"/>
          </a:xfrm>
          <a:custGeom>
            <a:avLst/>
            <a:gdLst/>
            <a:ahLst/>
            <a:cxnLst/>
            <a:rect l="l" t="t" r="r" b="b"/>
            <a:pathLst>
              <a:path w="80645" h="0">
                <a:moveTo>
                  <a:pt x="0" y="0"/>
                </a:moveTo>
                <a:lnTo>
                  <a:pt x="80356" y="0"/>
                </a:lnTo>
              </a:path>
            </a:pathLst>
          </a:custGeom>
          <a:ln w="3175">
            <a:solidFill>
              <a:srgbClr val="A9B2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 txBox="1"/>
          <p:nvPr/>
        </p:nvSpPr>
        <p:spPr>
          <a:xfrm>
            <a:off x="8944605" y="3861586"/>
            <a:ext cx="228600" cy="3175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420"/>
              </a:spcBef>
            </a:pPr>
            <a:r>
              <a:rPr dirty="0" sz="1150" spc="-50">
                <a:solidFill>
                  <a:srgbClr val="8E939C"/>
                </a:solidFill>
                <a:latin typeface="Arial"/>
                <a:cs typeface="Arial"/>
              </a:rPr>
              <a:t>l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00" spc="55">
                <a:solidFill>
                  <a:srgbClr val="8E939C"/>
                </a:solidFill>
                <a:latin typeface="Times New Roman"/>
                <a:cs typeface="Times New Roman"/>
              </a:rPr>
              <a:t>l</a:t>
            </a:r>
            <a:r>
              <a:rPr dirty="0" sz="400" spc="55">
                <a:solidFill>
                  <a:srgbClr val="AAB3BA"/>
                </a:solidFill>
                <a:latin typeface="Times New Roman"/>
                <a:cs typeface="Times New Roman"/>
              </a:rPr>
              <a:t>,.</a:t>
            </a:r>
            <a:r>
              <a:rPr dirty="0" sz="400" spc="300">
                <a:solidFill>
                  <a:srgbClr val="AAB3BA"/>
                </a:solidFill>
                <a:latin typeface="Times New Roman"/>
                <a:cs typeface="Times New Roman"/>
              </a:rPr>
              <a:t>  </a:t>
            </a:r>
            <a:r>
              <a:rPr dirty="0" sz="400" spc="30">
                <a:solidFill>
                  <a:srgbClr val="AAB3BA"/>
                </a:solidFill>
                <a:latin typeface="Times New Roman"/>
                <a:cs typeface="Times New Roman"/>
              </a:rPr>
              <a:t>,.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9163711" y="4165714"/>
            <a:ext cx="211454" cy="0"/>
          </a:xfrm>
          <a:custGeom>
            <a:avLst/>
            <a:gdLst/>
            <a:ahLst/>
            <a:cxnLst/>
            <a:rect l="l" t="t" r="r" b="b"/>
            <a:pathLst>
              <a:path w="211454" h="0">
                <a:moveTo>
                  <a:pt x="0" y="0"/>
                </a:moveTo>
                <a:lnTo>
                  <a:pt x="211063" y="0"/>
                </a:lnTo>
              </a:path>
            </a:pathLst>
          </a:custGeom>
          <a:ln w="3175">
            <a:solidFill>
              <a:srgbClr val="A9B2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 txBox="1"/>
          <p:nvPr/>
        </p:nvSpPr>
        <p:spPr>
          <a:xfrm>
            <a:off x="9370652" y="4092121"/>
            <a:ext cx="761365" cy="86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80">
                <a:solidFill>
                  <a:srgbClr val="AAB3BA"/>
                </a:solidFill>
                <a:latin typeface="Times New Roman"/>
                <a:cs typeface="Times New Roman"/>
              </a:rPr>
              <a:t>- </a:t>
            </a:r>
            <a:r>
              <a:rPr dirty="0" sz="400" spc="165">
                <a:solidFill>
                  <a:srgbClr val="AAB3BA"/>
                </a:solidFill>
                <a:latin typeface="Times New Roman"/>
                <a:cs typeface="Times New Roman"/>
              </a:rPr>
              <a:t>---</a:t>
            </a:r>
            <a:r>
              <a:rPr dirty="0" sz="400" spc="180">
                <a:solidFill>
                  <a:srgbClr val="AAB3BA"/>
                </a:solidFill>
                <a:latin typeface="Times New Roman"/>
                <a:cs typeface="Times New Roman"/>
              </a:rPr>
              <a:t>••••-</a:t>
            </a:r>
            <a:r>
              <a:rPr dirty="0" sz="400" spc="165">
                <a:solidFill>
                  <a:srgbClr val="AAB3BA"/>
                </a:solidFill>
                <a:latin typeface="Times New Roman"/>
                <a:cs typeface="Times New Roman"/>
              </a:rPr>
              <a:t>-</a:t>
            </a:r>
            <a:r>
              <a:rPr dirty="0" sz="400" spc="195">
                <a:solidFill>
                  <a:srgbClr val="AAB3BA"/>
                </a:solidFill>
                <a:latin typeface="Times New Roman"/>
                <a:cs typeface="Times New Roman"/>
              </a:rPr>
              <a:t>••••••-</a:t>
            </a:r>
            <a:r>
              <a:rPr dirty="0" sz="400" spc="50">
                <a:solidFill>
                  <a:srgbClr val="AAB3BA"/>
                </a:solidFill>
                <a:latin typeface="Times New Roman"/>
                <a:cs typeface="Times New Roman"/>
              </a:rPr>
              <a:t>'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5443630" y="4614368"/>
            <a:ext cx="608965" cy="137160"/>
          </a:xfrm>
          <a:prstGeom prst="rect">
            <a:avLst/>
          </a:prstGeom>
          <a:solidFill>
            <a:srgbClr val="64429A"/>
          </a:solidFill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r>
              <a:rPr dirty="0" sz="750" spc="10" b="1">
                <a:solidFill>
                  <a:srgbClr val="E9D6F6"/>
                </a:solidFill>
                <a:latin typeface="Arial"/>
                <a:cs typeface="Arial"/>
              </a:rPr>
              <a:t>6L.LM</a:t>
            </a:r>
            <a:r>
              <a:rPr dirty="0" sz="750" spc="15" b="1">
                <a:solidFill>
                  <a:srgbClr val="E9D6F6"/>
                </a:solidFill>
                <a:latin typeface="Arial"/>
                <a:cs typeface="Arial"/>
              </a:rPr>
              <a:t> </a:t>
            </a:r>
            <a:r>
              <a:rPr dirty="0" sz="750" spc="-60" b="1">
                <a:solidFill>
                  <a:srgbClr val="E9D6F6"/>
                </a:solidFill>
                <a:latin typeface="Arial"/>
                <a:cs typeface="Arial"/>
              </a:rPr>
              <a:t>LAYER</a:t>
            </a:r>
            <a:endParaRPr sz="750">
              <a:latin typeface="Arial"/>
              <a:cs typeface="Arial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5040476" y="4805365"/>
            <a:ext cx="1397635" cy="619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5090" marR="173355" indent="1270">
              <a:lnSpc>
                <a:spcPct val="140000"/>
              </a:lnSpc>
              <a:spcBef>
                <a:spcPts val="100"/>
              </a:spcBef>
            </a:pPr>
            <a:r>
              <a:rPr dirty="0" sz="600" spc="85">
                <a:solidFill>
                  <a:srgbClr val="4B4F56"/>
                </a:solidFill>
                <a:latin typeface="Arial"/>
                <a:cs typeface="Arial"/>
              </a:rPr>
              <a:t>ChatO</a:t>
            </a:r>
            <a:r>
              <a:rPr dirty="0" sz="600" spc="85">
                <a:solidFill>
                  <a:srgbClr val="262834"/>
                </a:solidFill>
                <a:latin typeface="Arial"/>
                <a:cs typeface="Arial"/>
              </a:rPr>
              <a:t>p</a:t>
            </a:r>
            <a:r>
              <a:rPr dirty="0" sz="600" spc="85">
                <a:solidFill>
                  <a:srgbClr val="4B4F56"/>
                </a:solidFill>
                <a:latin typeface="Arial"/>
                <a:cs typeface="Arial"/>
              </a:rPr>
              <a:t>e</a:t>
            </a:r>
            <a:r>
              <a:rPr dirty="0" sz="600" spc="85">
                <a:solidFill>
                  <a:srgbClr val="262834"/>
                </a:solidFill>
                <a:latin typeface="Arial"/>
                <a:cs typeface="Arial"/>
              </a:rPr>
              <a:t>nA</a:t>
            </a:r>
            <a:r>
              <a:rPr dirty="0" sz="600" spc="85">
                <a:solidFill>
                  <a:srgbClr val="0A0C24"/>
                </a:solidFill>
                <a:latin typeface="Arial"/>
                <a:cs typeface="Arial"/>
              </a:rPr>
              <a:t>I</a:t>
            </a:r>
            <a:r>
              <a:rPr dirty="0" sz="600" spc="95">
                <a:solidFill>
                  <a:srgbClr val="0A0C24"/>
                </a:solidFill>
                <a:latin typeface="Arial"/>
                <a:cs typeface="Arial"/>
              </a:rPr>
              <a:t> </a:t>
            </a:r>
            <a:r>
              <a:rPr dirty="0" sz="600" spc="65">
                <a:solidFill>
                  <a:srgbClr val="343842"/>
                </a:solidFill>
                <a:latin typeface="Arial"/>
                <a:cs typeface="Arial"/>
              </a:rPr>
              <a:t>(GPT</a:t>
            </a:r>
            <a:r>
              <a:rPr dirty="0" sz="600" spc="65">
                <a:solidFill>
                  <a:srgbClr val="0A0C24"/>
                </a:solidFill>
                <a:latin typeface="Arial"/>
                <a:cs typeface="Arial"/>
              </a:rPr>
              <a:t>-</a:t>
            </a:r>
            <a:r>
              <a:rPr dirty="0" sz="600" spc="30">
                <a:solidFill>
                  <a:srgbClr val="343842"/>
                </a:solidFill>
                <a:latin typeface="Arial"/>
                <a:cs typeface="Arial"/>
              </a:rPr>
              <a:t>4o)</a:t>
            </a:r>
            <a:r>
              <a:rPr dirty="0" sz="600" spc="50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Base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UR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L: 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h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ttp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s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: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J/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gen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a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ilab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.tc•</a:t>
            </a:r>
            <a:r>
              <a:rPr dirty="0" sz="600" spc="-10">
                <a:solidFill>
                  <a:srgbClr val="262834"/>
                </a:solidFill>
                <a:latin typeface="Arial"/>
                <a:cs typeface="Arial"/>
              </a:rPr>
              <a:t>.i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  <a:p>
            <a:pPr marL="84455">
              <a:lnSpc>
                <a:spcPct val="100000"/>
              </a:lnSpc>
              <a:spcBef>
                <a:spcPts val="130"/>
              </a:spcBef>
              <a:tabLst>
                <a:tab pos="433705" algn="l"/>
              </a:tabLst>
            </a:pP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Mode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l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	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:</a:t>
            </a:r>
            <a:r>
              <a:rPr dirty="0" sz="600" spc="13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35">
                <a:solidFill>
                  <a:srgbClr val="64676E"/>
                </a:solidFill>
                <a:latin typeface="Arial"/>
                <a:cs typeface="Arial"/>
              </a:rPr>
              <a:t>az</a:t>
            </a:r>
            <a:r>
              <a:rPr dirty="0" sz="600" spc="-35">
                <a:solidFill>
                  <a:srgbClr val="4B4F56"/>
                </a:solidFill>
                <a:latin typeface="Arial"/>
                <a:cs typeface="Arial"/>
              </a:rPr>
              <a:t>ur</a:t>
            </a:r>
            <a:r>
              <a:rPr dirty="0" sz="600" spc="-35">
                <a:solidFill>
                  <a:srgbClr val="64676E"/>
                </a:solidFill>
                <a:latin typeface="Arial"/>
                <a:cs typeface="Arial"/>
              </a:rPr>
              <a:t>e/</a:t>
            </a:r>
            <a:r>
              <a:rPr dirty="0" sz="600" spc="-35">
                <a:solidFill>
                  <a:srgbClr val="4B4F56"/>
                </a:solidFill>
                <a:latin typeface="Arial"/>
                <a:cs typeface="Arial"/>
              </a:rPr>
              <a:t>gena</a:t>
            </a:r>
            <a:r>
              <a:rPr dirty="0" sz="600" spc="-35">
                <a:solidFill>
                  <a:srgbClr val="262834"/>
                </a:solidFill>
                <a:latin typeface="Arial"/>
                <a:cs typeface="Arial"/>
              </a:rPr>
              <a:t>i</a:t>
            </a:r>
            <a:r>
              <a:rPr dirty="0" sz="600" spc="-35">
                <a:solidFill>
                  <a:srgbClr val="64676E"/>
                </a:solidFill>
                <a:latin typeface="Arial"/>
                <a:cs typeface="Arial"/>
              </a:rPr>
              <a:t>l</a:t>
            </a:r>
            <a:r>
              <a:rPr dirty="0" sz="600" spc="-35">
                <a:solidFill>
                  <a:srgbClr val="4B4F56"/>
                </a:solidFill>
                <a:latin typeface="Arial"/>
                <a:cs typeface="Arial"/>
              </a:rPr>
              <a:t>ab</a:t>
            </a:r>
            <a:r>
              <a:rPr dirty="0" sz="600" spc="-35">
                <a:solidFill>
                  <a:srgbClr val="7E8087"/>
                </a:solidFill>
                <a:latin typeface="Arial"/>
                <a:cs typeface="Arial"/>
              </a:rPr>
              <a:t>•</a:t>
            </a:r>
            <a:r>
              <a:rPr dirty="0" sz="600" spc="-35">
                <a:solidFill>
                  <a:srgbClr val="4B4F56"/>
                </a:solidFill>
                <a:latin typeface="Arial"/>
                <a:cs typeface="Arial"/>
              </a:rPr>
              <a:t>maas-</a:t>
            </a:r>
            <a:r>
              <a:rPr dirty="0" sz="600" spc="-25">
                <a:solidFill>
                  <a:srgbClr val="4B4F56"/>
                </a:solidFill>
                <a:latin typeface="Arial"/>
                <a:cs typeface="Arial"/>
              </a:rPr>
              <a:t>-</a:t>
            </a:r>
            <a:r>
              <a:rPr dirty="0" sz="600" spc="-35">
                <a:solidFill>
                  <a:srgbClr val="4B4F56"/>
                </a:solidFill>
                <a:latin typeface="Arial"/>
                <a:cs typeface="Arial"/>
              </a:rPr>
              <a:t>gpt</a:t>
            </a:r>
            <a:r>
              <a:rPr dirty="0" sz="600" spc="-35">
                <a:solidFill>
                  <a:srgbClr val="8E939C"/>
                </a:solidFill>
                <a:latin typeface="Arial"/>
                <a:cs typeface="Arial"/>
              </a:rPr>
              <a:t>-</a:t>
            </a:r>
            <a:r>
              <a:rPr dirty="0" sz="600" spc="-25">
                <a:solidFill>
                  <a:srgbClr val="8E939C"/>
                </a:solidFill>
                <a:latin typeface="Arial"/>
                <a:cs typeface="Arial"/>
              </a:rPr>
              <a:t>.</a:t>
            </a:r>
            <a:r>
              <a:rPr dirty="0" sz="600" spc="-25">
                <a:solidFill>
                  <a:srgbClr val="4B4F56"/>
                </a:solidFill>
                <a:latin typeface="Arial"/>
                <a:cs typeface="Arial"/>
              </a:rPr>
              <a:t>4o</a:t>
            </a:r>
            <a:endParaRPr sz="600">
              <a:latin typeface="Arial"/>
              <a:cs typeface="Arial"/>
            </a:endParaRPr>
          </a:p>
          <a:p>
            <a:pPr marL="87630" indent="-74930">
              <a:lnSpc>
                <a:spcPct val="100000"/>
              </a:lnSpc>
              <a:spcBef>
                <a:spcPts val="234"/>
              </a:spcBef>
              <a:buClr>
                <a:srgbClr val="262834"/>
              </a:buClr>
              <a:buChar char="•"/>
              <a:tabLst>
                <a:tab pos="87630" algn="l"/>
              </a:tabLst>
            </a:pPr>
            <a:r>
              <a:rPr dirty="0" sz="600">
                <a:solidFill>
                  <a:srgbClr val="343842"/>
                </a:solidFill>
                <a:latin typeface="Arial"/>
                <a:cs typeface="Arial"/>
              </a:rPr>
              <a:t>T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e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m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p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eratu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r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e</a:t>
            </a:r>
            <a:r>
              <a:rPr dirty="0" sz="600">
                <a:solidFill>
                  <a:srgbClr val="7E8087"/>
                </a:solidFill>
                <a:latin typeface="Arial"/>
                <a:cs typeface="Arial"/>
              </a:rPr>
              <a:t>:</a:t>
            </a:r>
            <a:r>
              <a:rPr dirty="0" sz="600" spc="-35">
                <a:solidFill>
                  <a:srgbClr val="7E8087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4B4F56"/>
                </a:solidFill>
                <a:latin typeface="Arial"/>
                <a:cs typeface="Arial"/>
              </a:rPr>
              <a:t>0</a:t>
            </a:r>
            <a:r>
              <a:rPr dirty="0" sz="600" spc="-25">
                <a:solidFill>
                  <a:srgbClr val="64676E"/>
                </a:solidFill>
                <a:latin typeface="Arial"/>
                <a:cs typeface="Arial"/>
              </a:rPr>
              <a:t>.</a:t>
            </a:r>
            <a:r>
              <a:rPr dirty="0" sz="600" spc="-25">
                <a:solidFill>
                  <a:srgbClr val="4B4F56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  <a:p>
            <a:pPr marL="85725" indent="-73025">
              <a:lnSpc>
                <a:spcPct val="100000"/>
              </a:lnSpc>
              <a:spcBef>
                <a:spcPts val="125"/>
              </a:spcBef>
              <a:buClr>
                <a:srgbClr val="262834"/>
              </a:buClr>
              <a:buChar char="•"/>
              <a:tabLst>
                <a:tab pos="85725" algn="l"/>
              </a:tabLst>
            </a:pP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State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l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ess</a:t>
            </a:r>
            <a:r>
              <a:rPr dirty="0" sz="600" spc="1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343842"/>
                </a:solidFill>
                <a:latin typeface="Arial"/>
                <a:cs typeface="Arial"/>
              </a:rPr>
              <a:t>AP</a:t>
            </a:r>
            <a:r>
              <a:rPr dirty="0" sz="600">
                <a:solidFill>
                  <a:srgbClr val="0A0C24"/>
                </a:solidFill>
                <a:latin typeface="Arial"/>
                <a:cs typeface="Arial"/>
              </a:rPr>
              <a:t>I</a:t>
            </a:r>
            <a:r>
              <a:rPr dirty="0" sz="600" spc="15">
                <a:solidFill>
                  <a:srgbClr val="0A0C24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I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n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vocat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i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o</a:t>
            </a:r>
            <a:r>
              <a:rPr dirty="0" sz="600" spc="-10">
                <a:solidFill>
                  <a:srgbClr val="262834"/>
                </a:solidFill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5282956" y="5699491"/>
            <a:ext cx="784225" cy="127635"/>
          </a:xfrm>
          <a:custGeom>
            <a:avLst/>
            <a:gdLst/>
            <a:ahLst/>
            <a:cxnLst/>
            <a:rect l="l" t="t" r="r" b="b"/>
            <a:pathLst>
              <a:path w="784225" h="127635">
                <a:moveTo>
                  <a:pt x="783835" y="127628"/>
                </a:moveTo>
                <a:lnTo>
                  <a:pt x="0" y="127628"/>
                </a:lnTo>
                <a:lnTo>
                  <a:pt x="0" y="0"/>
                </a:lnTo>
                <a:lnTo>
                  <a:pt x="783835" y="0"/>
                </a:lnTo>
                <a:lnTo>
                  <a:pt x="783835" y="127628"/>
                </a:lnTo>
                <a:close/>
              </a:path>
            </a:pathLst>
          </a:custGeom>
          <a:solidFill>
            <a:srgbClr val="15695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36" name="object 136"/>
          <p:cNvGraphicFramePr>
            <a:graphicFrameLocks noGrp="1"/>
          </p:cNvGraphicFramePr>
          <p:nvPr/>
        </p:nvGraphicFramePr>
        <p:xfrm>
          <a:off x="3650382" y="5648661"/>
          <a:ext cx="4276725" cy="707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9530"/>
                <a:gridCol w="107950"/>
                <a:gridCol w="1393825"/>
                <a:gridCol w="1272540"/>
                <a:gridCol w="81279"/>
              </a:tblGrid>
              <a:tr h="188595">
                <a:tc gridSpan="5">
                  <a:txBody>
                    <a:bodyPr/>
                    <a:lstStyle/>
                    <a:p>
                      <a:pPr marL="161861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600">
                          <a:solidFill>
                            <a:srgbClr val="C8E9ED"/>
                          </a:solidFill>
                          <a:latin typeface="Arial"/>
                          <a:cs typeface="Arial"/>
                        </a:rPr>
                        <a:t>8.</a:t>
                      </a:r>
                      <a:r>
                        <a:rPr dirty="0" sz="600" spc="155">
                          <a:solidFill>
                            <a:srgbClr val="C8E9E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90">
                          <a:solidFill>
                            <a:srgbClr val="C8E9ED"/>
                          </a:solidFill>
                          <a:latin typeface="Arial"/>
                          <a:cs typeface="Arial"/>
                        </a:rPr>
                        <a:t>OUTPUT</a:t>
                      </a:r>
                      <a:r>
                        <a:rPr dirty="0" sz="600" spc="-45">
                          <a:solidFill>
                            <a:srgbClr val="C8E9E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10" b="1">
                          <a:solidFill>
                            <a:srgbClr val="C8E9ED"/>
                          </a:solidFill>
                          <a:latin typeface="Arial"/>
                          <a:cs typeface="Arial"/>
                        </a:rPr>
                        <a:t>LAYER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4572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18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404495">
                        <a:lnSpc>
                          <a:spcPts val="690"/>
                        </a:lnSpc>
                      </a:pPr>
                      <a:r>
                        <a:rPr dirty="0" sz="60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Response</a:t>
                      </a:r>
                      <a:r>
                        <a:rPr dirty="0" sz="600" spc="2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form</a:t>
                      </a:r>
                      <a:r>
                        <a:rPr dirty="0" sz="600" spc="-1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tter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101600">
                        <a:lnSpc>
                          <a:spcPts val="1170"/>
                        </a:lnSpc>
                        <a:tabLst>
                          <a:tab pos="403860" algn="l"/>
                        </a:tabLst>
                      </a:pPr>
                      <a:r>
                        <a:rPr dirty="0" baseline="-5555" sz="1500" spc="-75">
                          <a:solidFill>
                            <a:srgbClr val="5B8070"/>
                          </a:solidFill>
                          <a:latin typeface="Arial"/>
                          <a:cs typeface="Arial"/>
                        </a:rPr>
                        <a:t>�</a:t>
                      </a:r>
                      <a:r>
                        <a:rPr dirty="0" baseline="-5555" sz="1500">
                          <a:solidFill>
                            <a:srgbClr val="5B807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Format</a:t>
                      </a:r>
                      <a:r>
                        <a:rPr dirty="0" sz="600" spc="-4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LLM</a:t>
                      </a:r>
                      <a:r>
                        <a:rPr dirty="0" sz="550" spc="9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outpu</a:t>
                      </a:r>
                      <a:r>
                        <a:rPr dirty="0" sz="600" spc="-10">
                          <a:solidFill>
                            <a:srgbClr val="262834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4057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(Matkdown</a:t>
                      </a:r>
                      <a:r>
                        <a:rPr dirty="0" sz="600" spc="-2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600" spc="55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Code)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85"/>
                        </a:lnSpc>
                        <a:tabLst>
                          <a:tab pos="407034" algn="l"/>
                          <a:tab pos="1263015" algn="l"/>
                        </a:tabLst>
                      </a:pPr>
                      <a:r>
                        <a:rPr dirty="0" baseline="-15700" sz="3450" spc="195">
                          <a:solidFill>
                            <a:srgbClr val="5B8070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dirty="0" baseline="-15700" sz="3450">
                          <a:solidFill>
                            <a:srgbClr val="5B807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60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Stream</a:t>
                      </a:r>
                      <a:r>
                        <a:rPr dirty="0" sz="60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60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600" spc="16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UI</a:t>
                      </a:r>
                      <a:r>
                        <a:rPr dirty="0" sz="60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20576" sz="4050">
                          <a:solidFill>
                            <a:srgbClr val="B8C6C3"/>
                          </a:solidFill>
                          <a:latin typeface="Arial"/>
                          <a:cs typeface="Arial"/>
                        </a:rPr>
                        <a:t>l</a:t>
                      </a:r>
                      <a:endParaRPr baseline="-20576" sz="4050">
                        <a:latin typeface="Arial"/>
                        <a:cs typeface="Arial"/>
                      </a:endParaRPr>
                    </a:p>
                    <a:p>
                      <a:pPr marL="404495">
                        <a:lnSpc>
                          <a:spcPts val="680"/>
                        </a:lnSpc>
                      </a:pP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dirty="0" sz="600" spc="-10">
                          <a:solidFill>
                            <a:srgbClr val="262834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sp</a:t>
                      </a:r>
                      <a:r>
                        <a:rPr dirty="0" sz="600" spc="-1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600" spc="-1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dirty="0" sz="600" spc="1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resu</a:t>
                      </a:r>
                      <a:r>
                        <a:rPr dirty="0" sz="60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lt</a:t>
                      </a:r>
                      <a:r>
                        <a:rPr dirty="0" sz="60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dirty="0" sz="600" spc="-5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in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40513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600">
                          <a:solidFill>
                            <a:srgbClr val="343842"/>
                          </a:solidFill>
                          <a:latin typeface="Arial"/>
                          <a:cs typeface="Arial"/>
                        </a:rPr>
                        <a:t>beaut</a:t>
                      </a:r>
                      <a:r>
                        <a:rPr dirty="0" sz="60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60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fu</a:t>
                      </a:r>
                      <a:r>
                        <a:rPr dirty="0" sz="600">
                          <a:solidFill>
                            <a:srgbClr val="262834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600" spc="-10">
                          <a:solidFill>
                            <a:srgbClr val="2628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dirty="0" sz="600" spc="-25">
                          <a:solidFill>
                            <a:srgbClr val="262834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63855">
                        <a:lnSpc>
                          <a:spcPts val="690"/>
                        </a:lnSpc>
                      </a:pPr>
                      <a:r>
                        <a:rPr dirty="0" sz="600" spc="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Use</a:t>
                      </a:r>
                      <a:r>
                        <a:rPr dirty="0" sz="600" spc="1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600" spc="2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2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Down</a:t>
                      </a:r>
                      <a:r>
                        <a:rPr dirty="0" sz="600" spc="20">
                          <a:solidFill>
                            <a:srgbClr val="262834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600" spc="2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oad</a:t>
                      </a:r>
                      <a:r>
                        <a:rPr dirty="0" sz="600" spc="2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600" spc="175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Copy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54610">
                        <a:lnSpc>
                          <a:spcPts val="1170"/>
                        </a:lnSpc>
                        <a:tabLst>
                          <a:tab pos="365760" algn="l"/>
                        </a:tabLst>
                      </a:pPr>
                      <a:r>
                        <a:rPr dirty="0" sz="1000" spc="40">
                          <a:solidFill>
                            <a:srgbClr val="5B8070"/>
                          </a:solidFill>
                          <a:latin typeface="Arial"/>
                          <a:cs typeface="Arial"/>
                        </a:rPr>
                        <a:t>�</a:t>
                      </a:r>
                      <a:r>
                        <a:rPr dirty="0" sz="1000">
                          <a:solidFill>
                            <a:srgbClr val="5B807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60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Copy</a:t>
                      </a:r>
                      <a:r>
                        <a:rPr dirty="0" sz="600" spc="-25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60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ode</a:t>
                      </a:r>
                      <a:r>
                        <a:rPr dirty="0" sz="60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600" spc="155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Down</a:t>
                      </a:r>
                      <a:r>
                        <a:rPr dirty="0" sz="600" spc="-1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oad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36512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res</a:t>
                      </a:r>
                      <a:r>
                        <a:rPr dirty="0" sz="600" spc="-10">
                          <a:solidFill>
                            <a:srgbClr val="64676E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dirty="0" sz="600" spc="-10">
                          <a:solidFill>
                            <a:srgbClr val="4B4F56"/>
                          </a:solidFill>
                          <a:latin typeface="Arial"/>
                          <a:cs typeface="Arial"/>
                        </a:rPr>
                        <a:t>lts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7" name="object 137"/>
          <p:cNvSpPr txBox="1"/>
          <p:nvPr/>
        </p:nvSpPr>
        <p:spPr>
          <a:xfrm>
            <a:off x="5658780" y="6312210"/>
            <a:ext cx="106680" cy="2774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380">
                <a:solidFill>
                  <a:srgbClr val="262834"/>
                </a:solidFill>
                <a:latin typeface="Arial"/>
                <a:cs typeface="Arial"/>
              </a:rPr>
              <a:t>+</a:t>
            </a:r>
            <a:endParaRPr sz="1650">
              <a:latin typeface="Arial"/>
              <a:cs typeface="Arial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5250508" y="6587428"/>
            <a:ext cx="81851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0489" indent="-97790">
              <a:lnSpc>
                <a:spcPct val="100000"/>
              </a:lnSpc>
              <a:spcBef>
                <a:spcPts val="100"/>
              </a:spcBef>
              <a:buChar char="•"/>
              <a:tabLst>
                <a:tab pos="110489" algn="l"/>
                <a:tab pos="446405" algn="l"/>
              </a:tabLst>
            </a:pPr>
            <a:r>
              <a:rPr dirty="0" sz="600">
                <a:solidFill>
                  <a:srgbClr val="0A0C24"/>
                </a:solidFill>
                <a:latin typeface="Arial"/>
                <a:cs typeface="Arial"/>
              </a:rPr>
              <a:t>•</a:t>
            </a:r>
            <a:r>
              <a:rPr dirty="0" sz="600" spc="245">
                <a:solidFill>
                  <a:srgbClr val="0A0C24"/>
                </a:solidFill>
                <a:latin typeface="Arial"/>
                <a:cs typeface="Arial"/>
              </a:rPr>
              <a:t>  </a:t>
            </a:r>
            <a:r>
              <a:rPr dirty="0" sz="600" spc="-50">
                <a:solidFill>
                  <a:srgbClr val="0A0C24"/>
                </a:solidFill>
                <a:latin typeface="Arial"/>
                <a:cs typeface="Arial"/>
              </a:rPr>
              <a:t>•</a:t>
            </a:r>
            <a:r>
              <a:rPr dirty="0" sz="600">
                <a:solidFill>
                  <a:srgbClr val="0A0C24"/>
                </a:solidFill>
                <a:latin typeface="Arial"/>
                <a:cs typeface="Arial"/>
              </a:rPr>
              <a:t>	</a:t>
            </a:r>
            <a:r>
              <a:rPr dirty="0" sz="600" spc="-60">
                <a:solidFill>
                  <a:srgbClr val="343842"/>
                </a:solidFill>
                <a:latin typeface="Arial"/>
                <a:cs typeface="Arial"/>
              </a:rPr>
              <a:t>End</a:t>
            </a:r>
            <a:r>
              <a:rPr dirty="0" sz="600" spc="28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 spc="-20">
                <a:solidFill>
                  <a:srgbClr val="343842"/>
                </a:solidFill>
                <a:latin typeface="Arial"/>
                <a:cs typeface="Arial"/>
              </a:rPr>
              <a:t>User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5252500" y="6497561"/>
            <a:ext cx="34544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65">
                <a:solidFill>
                  <a:srgbClr val="0A0C24"/>
                </a:solidFill>
                <a:latin typeface="Arial"/>
                <a:cs typeface="Arial"/>
              </a:rPr>
              <a:t>•••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8062269" y="4753018"/>
            <a:ext cx="44005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80">
                <a:solidFill>
                  <a:srgbClr val="4B4F56"/>
                </a:solidFill>
                <a:latin typeface="Arial"/>
                <a:cs typeface="Arial"/>
              </a:rPr>
              <a:t>i-</a:t>
            </a:r>
            <a:r>
              <a:rPr dirty="0" sz="1350" spc="-90">
                <a:solidFill>
                  <a:srgbClr val="64676E"/>
                </a:solidFill>
                <a:latin typeface="Arial"/>
                <a:cs typeface="Arial"/>
              </a:rPr>
              <a:t>·</a:t>
            </a:r>
            <a:r>
              <a:rPr dirty="0" sz="1350" spc="-90">
                <a:solidFill>
                  <a:srgbClr val="7E8087"/>
                </a:solidFill>
                <a:latin typeface="Arial"/>
                <a:cs typeface="Arial"/>
              </a:rPr>
              <a:t>----</a:t>
            </a:r>
            <a:r>
              <a:rPr dirty="0" sz="1350" spc="-90">
                <a:solidFill>
                  <a:srgbClr val="64676E"/>
                </a:solidFill>
                <a:latin typeface="Arial"/>
                <a:cs typeface="Arial"/>
              </a:rPr>
              <a:t>-</a:t>
            </a:r>
            <a:r>
              <a:rPr dirty="0" sz="600" spc="-60">
                <a:solidFill>
                  <a:srgbClr val="262834"/>
                </a:solidFill>
                <a:latin typeface="Arial"/>
                <a:cs typeface="Arial"/>
              </a:rPr>
              <a:t>►</a:t>
            </a:r>
            <a:endParaRPr sz="60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7385581" y="4977686"/>
            <a:ext cx="71247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0805" indent="-78105">
              <a:lnSpc>
                <a:spcPct val="100000"/>
              </a:lnSpc>
              <a:spcBef>
                <a:spcPts val="100"/>
              </a:spcBef>
              <a:buClr>
                <a:srgbClr val="262834"/>
              </a:buClr>
              <a:buSzPct val="86666"/>
              <a:buChar char="♦"/>
              <a:tabLst>
                <a:tab pos="90805" algn="l"/>
              </a:tabLst>
            </a:pPr>
            <a:r>
              <a:rPr dirty="0" sz="750" spc="150">
                <a:solidFill>
                  <a:srgbClr val="64676E"/>
                </a:solidFill>
                <a:latin typeface="Arial"/>
                <a:cs typeface="Arial"/>
              </a:rPr>
              <a:t>---</a:t>
            </a:r>
            <a:r>
              <a:rPr dirty="0" sz="750" spc="150">
                <a:solidFill>
                  <a:srgbClr val="7E8087"/>
                </a:solidFill>
                <a:latin typeface="Arial"/>
                <a:cs typeface="Arial"/>
              </a:rPr>
              <a:t>-</a:t>
            </a:r>
            <a:r>
              <a:rPr dirty="0" sz="750" spc="150">
                <a:solidFill>
                  <a:srgbClr val="64676E"/>
                </a:solidFill>
                <a:latin typeface="Arial"/>
                <a:cs typeface="Arial"/>
              </a:rPr>
              <a:t>----</a:t>
            </a:r>
            <a:r>
              <a:rPr dirty="0" sz="750" spc="150">
                <a:solidFill>
                  <a:srgbClr val="7E8087"/>
                </a:solidFill>
                <a:latin typeface="Arial"/>
                <a:cs typeface="Arial"/>
              </a:rPr>
              <a:t>-</a:t>
            </a:r>
            <a:r>
              <a:rPr dirty="0" sz="750" spc="150">
                <a:solidFill>
                  <a:srgbClr val="64676E"/>
                </a:solidFill>
                <a:latin typeface="Arial"/>
                <a:cs typeface="Arial"/>
              </a:rPr>
              <a:t>-</a:t>
            </a:r>
            <a:r>
              <a:rPr dirty="0" sz="750" spc="150">
                <a:solidFill>
                  <a:srgbClr val="7E8087"/>
                </a:solidFill>
                <a:latin typeface="Arial"/>
                <a:cs typeface="Arial"/>
              </a:rPr>
              <a:t>-</a:t>
            </a:r>
            <a:r>
              <a:rPr dirty="0" sz="750" spc="70">
                <a:solidFill>
                  <a:srgbClr val="343842"/>
                </a:solidFill>
                <a:latin typeface="Arial"/>
                <a:cs typeface="Arial"/>
              </a:rPr>
              <a:t>:</a:t>
            </a:r>
            <a:endParaRPr sz="750">
              <a:latin typeface="Arial"/>
              <a:cs typeface="Arial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8061011" y="5084403"/>
            <a:ext cx="9398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45">
                <a:solidFill>
                  <a:srgbClr val="343842"/>
                </a:solidFill>
                <a:latin typeface="Arial"/>
                <a:cs typeface="Arial"/>
              </a:rPr>
              <a:t>i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8071996" y="5147309"/>
            <a:ext cx="43497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210">
                <a:solidFill>
                  <a:srgbClr val="343842"/>
                </a:solidFill>
                <a:latin typeface="Times New Roman"/>
                <a:cs typeface="Times New Roman"/>
              </a:rPr>
              <a:t>r------</a:t>
            </a:r>
            <a:r>
              <a:rPr dirty="0" sz="1800" spc="-130">
                <a:solidFill>
                  <a:srgbClr val="0A0C24"/>
                </a:solidFill>
                <a:latin typeface="Times New Roman"/>
                <a:cs typeface="Times New Roman"/>
              </a:rPr>
              <a:t>•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8062689" y="5446866"/>
            <a:ext cx="5016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262834"/>
                </a:solidFill>
                <a:latin typeface="Arial"/>
                <a:cs typeface="Arial"/>
              </a:rPr>
              <a:t>i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7921862" y="5546094"/>
            <a:ext cx="606425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950" spc="-185">
                <a:solidFill>
                  <a:srgbClr val="343842"/>
                </a:solidFill>
                <a:latin typeface="Arial"/>
                <a:cs typeface="Arial"/>
              </a:rPr>
              <a:t>r-</a:t>
            </a:r>
            <a:r>
              <a:rPr dirty="0" baseline="30303" sz="1650" spc="-179">
                <a:solidFill>
                  <a:srgbClr val="343842"/>
                </a:solidFill>
                <a:latin typeface="Times New Roman"/>
                <a:cs typeface="Times New Roman"/>
              </a:rPr>
              <a:t>'</a:t>
            </a:r>
            <a:r>
              <a:rPr dirty="0" sz="1950" spc="-120">
                <a:solidFill>
                  <a:srgbClr val="343842"/>
                </a:solidFill>
                <a:latin typeface="Arial"/>
                <a:cs typeface="Arial"/>
              </a:rPr>
              <a:t>-</a:t>
            </a:r>
            <a:r>
              <a:rPr dirty="0" sz="1950" spc="-130">
                <a:solidFill>
                  <a:srgbClr val="343842"/>
                </a:solidFill>
                <a:latin typeface="Arial"/>
                <a:cs typeface="Arial"/>
              </a:rPr>
              <a:t>----</a:t>
            </a:r>
            <a:r>
              <a:rPr dirty="0" sz="600" spc="-50">
                <a:solidFill>
                  <a:srgbClr val="343842"/>
                </a:solidFill>
                <a:latin typeface="Arial"/>
                <a:cs typeface="Arial"/>
              </a:rPr>
              <a:t>►</a:t>
            </a:r>
            <a:endParaRPr sz="600">
              <a:latin typeface="Arial"/>
              <a:cs typeface="Arial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8067018" y="5910804"/>
            <a:ext cx="4826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solidFill>
                  <a:srgbClr val="343842"/>
                </a:solidFill>
                <a:latin typeface="Arial"/>
                <a:cs typeface="Arial"/>
              </a:rPr>
              <a:t>'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7819650" y="5996552"/>
            <a:ext cx="68326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262834"/>
                </a:solidFill>
                <a:latin typeface="Arial"/>
                <a:cs typeface="Arial"/>
              </a:rPr>
              <a:t>◄</a:t>
            </a:r>
            <a:r>
              <a:rPr dirty="0" sz="900">
                <a:solidFill>
                  <a:srgbClr val="262834"/>
                </a:solidFill>
                <a:latin typeface="Arial"/>
                <a:cs typeface="Arial"/>
              </a:rPr>
              <a:t>-</a:t>
            </a:r>
            <a:r>
              <a:rPr dirty="0" sz="900">
                <a:solidFill>
                  <a:srgbClr val="0A0C24"/>
                </a:solidFill>
                <a:latin typeface="Arial"/>
                <a:cs typeface="Arial"/>
              </a:rPr>
              <a:t>-</a:t>
            </a:r>
            <a:r>
              <a:rPr dirty="0" sz="900">
                <a:solidFill>
                  <a:srgbClr val="262834"/>
                </a:solidFill>
                <a:latin typeface="Arial"/>
                <a:cs typeface="Arial"/>
              </a:rPr>
              <a:t>--L------</a:t>
            </a:r>
            <a:r>
              <a:rPr dirty="0" sz="600" spc="-50">
                <a:solidFill>
                  <a:srgbClr val="262834"/>
                </a:solidFill>
                <a:latin typeface="Arial"/>
                <a:cs typeface="Arial"/>
              </a:rPr>
              <a:t>►</a:t>
            </a:r>
            <a:endParaRPr sz="600">
              <a:latin typeface="Arial"/>
              <a:cs typeface="Arial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8490177" y="4566885"/>
            <a:ext cx="1790700" cy="1826895"/>
          </a:xfrm>
          <a:prstGeom prst="rect">
            <a:avLst/>
          </a:prstGeom>
          <a:ln w="6731">
            <a:solidFill>
              <a:srgbClr val="000000"/>
            </a:solidFill>
          </a:ln>
        </p:spPr>
        <p:txBody>
          <a:bodyPr wrap="square" lIns="0" tIns="65404" rIns="0" bIns="0" rtlCol="0" vert="horz">
            <a:spAutoFit/>
          </a:bodyPr>
          <a:lstStyle/>
          <a:p>
            <a:pPr marL="224790">
              <a:lnSpc>
                <a:spcPct val="100000"/>
              </a:lnSpc>
              <a:spcBef>
                <a:spcPts val="515"/>
              </a:spcBef>
            </a:pPr>
            <a:r>
              <a:rPr dirty="0" sz="600">
                <a:solidFill>
                  <a:srgbClr val="49347E"/>
                </a:solidFill>
                <a:latin typeface="Arial"/>
                <a:cs typeface="Arial"/>
              </a:rPr>
              <a:t>7.</a:t>
            </a:r>
            <a:r>
              <a:rPr dirty="0" sz="600" spc="170">
                <a:solidFill>
                  <a:srgbClr val="49347E"/>
                </a:solidFill>
                <a:latin typeface="Arial"/>
                <a:cs typeface="Arial"/>
              </a:rPr>
              <a:t> </a:t>
            </a:r>
            <a:r>
              <a:rPr dirty="0" sz="600" spc="80">
                <a:solidFill>
                  <a:srgbClr val="49347E"/>
                </a:solidFill>
                <a:latin typeface="Arial"/>
                <a:cs typeface="Arial"/>
              </a:rPr>
              <a:t>SUPPORTING</a:t>
            </a:r>
            <a:r>
              <a:rPr dirty="0" sz="600" spc="-5">
                <a:solidFill>
                  <a:srgbClr val="49347E"/>
                </a:solidFill>
                <a:latin typeface="Arial"/>
                <a:cs typeface="Arial"/>
              </a:rPr>
              <a:t> </a:t>
            </a:r>
            <a:r>
              <a:rPr dirty="0" sz="600" spc="45">
                <a:solidFill>
                  <a:srgbClr val="49347E"/>
                </a:solidFill>
                <a:latin typeface="Arial"/>
                <a:cs typeface="Arial"/>
              </a:rPr>
              <a:t>SERVICES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600">
              <a:latin typeface="Arial"/>
              <a:cs typeface="Arial"/>
            </a:endParaRPr>
          </a:p>
          <a:p>
            <a:pPr marL="447040">
              <a:lnSpc>
                <a:spcPct val="100000"/>
              </a:lnSpc>
            </a:pP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Configuration</a:t>
            </a:r>
            <a:endParaRPr sz="600">
              <a:latin typeface="Arial"/>
              <a:cs typeface="Arial"/>
            </a:endParaRPr>
          </a:p>
          <a:p>
            <a:pPr marL="450850">
              <a:lnSpc>
                <a:spcPct val="100000"/>
              </a:lnSpc>
              <a:spcBef>
                <a:spcPts val="235"/>
              </a:spcBef>
            </a:pP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API</a:t>
            </a:r>
            <a:r>
              <a:rPr dirty="0" sz="600" spc="-6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4B4F56"/>
                </a:solidFill>
                <a:latin typeface="Arial"/>
                <a:cs typeface="Arial"/>
              </a:rPr>
              <a:t>k</a:t>
            </a:r>
            <a:r>
              <a:rPr dirty="0" sz="550">
                <a:solidFill>
                  <a:srgbClr val="64676E"/>
                </a:solidFill>
                <a:latin typeface="Arial"/>
                <a:cs typeface="Arial"/>
              </a:rPr>
              <a:t>e</a:t>
            </a:r>
            <a:r>
              <a:rPr dirty="0" sz="550">
                <a:solidFill>
                  <a:srgbClr val="4B4F56"/>
                </a:solidFill>
                <a:latin typeface="Arial"/>
                <a:cs typeface="Arial"/>
              </a:rPr>
              <a:t>ys,</a:t>
            </a:r>
            <a:r>
              <a:rPr dirty="0" sz="550" spc="-4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343842"/>
                </a:solidFill>
                <a:latin typeface="Arial"/>
                <a:cs typeface="Arial"/>
              </a:rPr>
              <a:t>b</a:t>
            </a:r>
            <a:r>
              <a:rPr dirty="0" sz="550">
                <a:solidFill>
                  <a:srgbClr val="64676E"/>
                </a:solidFill>
                <a:latin typeface="Arial"/>
                <a:cs typeface="Arial"/>
              </a:rPr>
              <a:t>a</a:t>
            </a:r>
            <a:r>
              <a:rPr dirty="0" sz="550">
                <a:solidFill>
                  <a:srgbClr val="4B4F56"/>
                </a:solidFill>
                <a:latin typeface="Arial"/>
                <a:cs typeface="Arial"/>
              </a:rPr>
              <a:t>se</a:t>
            </a:r>
            <a:r>
              <a:rPr dirty="0" sz="550" spc="-5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4676E"/>
                </a:solidFill>
                <a:latin typeface="Arial"/>
                <a:cs typeface="Arial"/>
              </a:rPr>
              <a:t>U</a:t>
            </a:r>
            <a:r>
              <a:rPr dirty="0" sz="550" spc="-10">
                <a:solidFill>
                  <a:srgbClr val="4B4F56"/>
                </a:solidFill>
                <a:latin typeface="Arial"/>
                <a:cs typeface="Arial"/>
              </a:rPr>
              <a:t>R</a:t>
            </a:r>
            <a:r>
              <a:rPr dirty="0" sz="550" spc="-10">
                <a:solidFill>
                  <a:srgbClr val="262834"/>
                </a:solidFill>
                <a:latin typeface="Arial"/>
                <a:cs typeface="Arial"/>
              </a:rPr>
              <a:t>L</a:t>
            </a:r>
            <a:r>
              <a:rPr dirty="0" sz="550" spc="-10">
                <a:solidFill>
                  <a:srgbClr val="64676E"/>
                </a:solidFill>
                <a:latin typeface="Arial"/>
                <a:cs typeface="Arial"/>
              </a:rPr>
              <a:t>s.</a:t>
            </a:r>
            <a:r>
              <a:rPr dirty="0" sz="550" spc="20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4B4F56"/>
                </a:solidFill>
                <a:latin typeface="Arial"/>
                <a:cs typeface="Arial"/>
              </a:rPr>
              <a:t>m</a:t>
            </a:r>
            <a:r>
              <a:rPr dirty="0" sz="550">
                <a:solidFill>
                  <a:srgbClr val="64676E"/>
                </a:solidFill>
                <a:latin typeface="Arial"/>
                <a:cs typeface="Arial"/>
              </a:rPr>
              <a:t>odel</a:t>
            </a:r>
            <a:r>
              <a:rPr dirty="0" sz="550" spc="50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64676E"/>
                </a:solidFill>
                <a:latin typeface="Arial"/>
                <a:cs typeface="Arial"/>
              </a:rPr>
              <a:t>se</a:t>
            </a:r>
            <a:r>
              <a:rPr dirty="0" sz="550" spc="-10">
                <a:solidFill>
                  <a:srgbClr val="4B4F56"/>
                </a:solidFill>
                <a:latin typeface="Arial"/>
                <a:cs typeface="Arial"/>
              </a:rPr>
              <a:t>tt</a:t>
            </a:r>
            <a:r>
              <a:rPr dirty="0" sz="550" spc="-10">
                <a:solidFill>
                  <a:srgbClr val="64676E"/>
                </a:solidFill>
                <a:latin typeface="Arial"/>
                <a:cs typeface="Arial"/>
              </a:rPr>
              <a:t>i</a:t>
            </a:r>
            <a:r>
              <a:rPr dirty="0" sz="550" spc="-10">
                <a:solidFill>
                  <a:srgbClr val="343842"/>
                </a:solidFill>
                <a:latin typeface="Arial"/>
                <a:cs typeface="Arial"/>
              </a:rPr>
              <a:t>ng</a:t>
            </a:r>
            <a:r>
              <a:rPr dirty="0" sz="550" spc="-10">
                <a:solidFill>
                  <a:srgbClr val="64676E"/>
                </a:solidFill>
                <a:latin typeface="Arial"/>
                <a:cs typeface="Arial"/>
              </a:rPr>
              <a:t>s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550">
              <a:latin typeface="Arial"/>
              <a:cs typeface="Arial"/>
            </a:endParaRPr>
          </a:p>
          <a:p>
            <a:pPr marL="444500">
              <a:lnSpc>
                <a:spcPct val="100000"/>
              </a:lnSpc>
            </a:pP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E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rror</a:t>
            </a:r>
            <a:r>
              <a:rPr dirty="0" sz="600" spc="12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Handling</a:t>
            </a:r>
            <a:endParaRPr sz="6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185"/>
              </a:spcBef>
            </a:pPr>
            <a:r>
              <a:rPr dirty="0" sz="650" spc="-30">
                <a:solidFill>
                  <a:srgbClr val="4B4F56"/>
                </a:solidFill>
                <a:latin typeface="Arial"/>
                <a:cs typeface="Arial"/>
              </a:rPr>
              <a:t>G</a:t>
            </a:r>
            <a:r>
              <a:rPr dirty="0" sz="650" spc="-30">
                <a:solidFill>
                  <a:srgbClr val="262834"/>
                </a:solidFill>
                <a:latin typeface="Arial"/>
                <a:cs typeface="Arial"/>
              </a:rPr>
              <a:t>r</a:t>
            </a:r>
            <a:r>
              <a:rPr dirty="0" sz="650" spc="-30">
                <a:solidFill>
                  <a:srgbClr val="4B4F56"/>
                </a:solidFill>
                <a:latin typeface="Arial"/>
                <a:cs typeface="Arial"/>
              </a:rPr>
              <a:t>ace</a:t>
            </a:r>
            <a:r>
              <a:rPr dirty="0" sz="650" spc="-30">
                <a:solidFill>
                  <a:srgbClr val="262834"/>
                </a:solidFill>
                <a:latin typeface="Arial"/>
                <a:cs typeface="Arial"/>
              </a:rPr>
              <a:t>f</a:t>
            </a:r>
            <a:r>
              <a:rPr dirty="0" sz="650" spc="-30">
                <a:solidFill>
                  <a:srgbClr val="4B4F56"/>
                </a:solidFill>
                <a:latin typeface="Arial"/>
                <a:cs typeface="Arial"/>
              </a:rPr>
              <a:t>ul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failures</a:t>
            </a:r>
            <a:r>
              <a:rPr dirty="0" sz="600" spc="-6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&amp;</a:t>
            </a:r>
            <a:r>
              <a:rPr dirty="0" sz="600" spc="3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50" spc="-35">
                <a:solidFill>
                  <a:srgbClr val="64676E"/>
                </a:solidFill>
                <a:latin typeface="Arial"/>
                <a:cs typeface="Arial"/>
              </a:rPr>
              <a:t>u</a:t>
            </a:r>
            <a:r>
              <a:rPr dirty="0" sz="650" spc="-35">
                <a:solidFill>
                  <a:srgbClr val="4B4F56"/>
                </a:solidFill>
                <a:latin typeface="Arial"/>
                <a:cs typeface="Arial"/>
              </a:rPr>
              <a:t>s</a:t>
            </a:r>
            <a:r>
              <a:rPr dirty="0" sz="650" spc="-35">
                <a:solidFill>
                  <a:srgbClr val="64676E"/>
                </a:solidFill>
                <a:latin typeface="Arial"/>
                <a:cs typeface="Arial"/>
              </a:rPr>
              <a:t>e</a:t>
            </a:r>
            <a:r>
              <a:rPr dirty="0" sz="650" spc="-35">
                <a:solidFill>
                  <a:srgbClr val="4B4F56"/>
                </a:solidFill>
                <a:latin typeface="Arial"/>
                <a:cs typeface="Arial"/>
              </a:rPr>
              <a:t>r</a:t>
            </a:r>
            <a:r>
              <a:rPr dirty="0" sz="650" spc="1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feedback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600">
              <a:latin typeface="Arial"/>
              <a:cs typeface="Arial"/>
            </a:endParaRPr>
          </a:p>
          <a:p>
            <a:pPr marL="447040">
              <a:lnSpc>
                <a:spcPct val="100000"/>
              </a:lnSpc>
            </a:pP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Cac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hi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n</a:t>
            </a:r>
            <a:r>
              <a:rPr dirty="0" sz="600">
                <a:solidFill>
                  <a:srgbClr val="262834"/>
                </a:solidFill>
                <a:latin typeface="Arial"/>
                <a:cs typeface="Arial"/>
              </a:rPr>
              <a:t>g</a:t>
            </a:r>
            <a:r>
              <a:rPr dirty="0" sz="600" spc="65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(Future)</a:t>
            </a:r>
            <a:endParaRPr sz="600">
              <a:latin typeface="Arial"/>
              <a:cs typeface="Arial"/>
            </a:endParaRPr>
          </a:p>
          <a:p>
            <a:pPr marL="445770" marR="202565" indent="635">
              <a:lnSpc>
                <a:spcPct val="125299"/>
              </a:lnSpc>
              <a:spcBef>
                <a:spcPts val="55"/>
              </a:spcBef>
            </a:pP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Cache</a:t>
            </a:r>
            <a:r>
              <a:rPr dirty="0" sz="600" spc="-3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embeddi</a:t>
            </a:r>
            <a:r>
              <a:rPr dirty="0" sz="600">
                <a:solidFill>
                  <a:srgbClr val="64676E"/>
                </a:solidFill>
                <a:latin typeface="Arial"/>
                <a:cs typeface="Arial"/>
              </a:rPr>
              <a:t>n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gs/</a:t>
            </a:r>
            <a:r>
              <a:rPr dirty="0" sz="600" spc="15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4B4F56"/>
                </a:solidFill>
                <a:latin typeface="Arial"/>
                <a:cs typeface="Arial"/>
              </a:rPr>
              <a:t>FA</a:t>
            </a:r>
            <a:r>
              <a:rPr dirty="0" sz="600" spc="-25">
                <a:solidFill>
                  <a:srgbClr val="64676E"/>
                </a:solidFill>
                <a:latin typeface="Arial"/>
                <a:cs typeface="Arial"/>
              </a:rPr>
              <a:t>I</a:t>
            </a:r>
            <a:r>
              <a:rPr dirty="0" sz="600" spc="-25">
                <a:solidFill>
                  <a:srgbClr val="4B4F56"/>
                </a:solidFill>
                <a:latin typeface="Arial"/>
                <a:cs typeface="Arial"/>
              </a:rPr>
              <a:t>SS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index</a:t>
            </a:r>
            <a:r>
              <a:rPr dirty="0" sz="600" spc="50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4B4F56"/>
                </a:solidFill>
                <a:latin typeface="Arial"/>
                <a:cs typeface="Arial"/>
              </a:rPr>
              <a:t>per</a:t>
            </a:r>
            <a:r>
              <a:rPr dirty="0" sz="600" spc="5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343842"/>
                </a:solidFill>
                <a:latin typeface="Arial"/>
                <a:cs typeface="Arial"/>
              </a:rPr>
              <a:t>repo</a:t>
            </a: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 spc="-20">
                <a:solidFill>
                  <a:srgbClr val="4B4F56"/>
                </a:solidFill>
                <a:latin typeface="Arial"/>
                <a:cs typeface="Arial"/>
              </a:rPr>
              <a:t>has</a:t>
            </a:r>
            <a:r>
              <a:rPr dirty="0" sz="600" spc="-20">
                <a:solidFill>
                  <a:srgbClr val="64676E"/>
                </a:solidFill>
                <a:latin typeface="Arial"/>
                <a:cs typeface="Arial"/>
              </a:rPr>
              <a:t>h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600">
              <a:latin typeface="Arial"/>
              <a:cs typeface="Arial"/>
            </a:endParaRPr>
          </a:p>
          <a:p>
            <a:pPr marL="446405" marR="426084" indent="-2540">
              <a:lnSpc>
                <a:spcPct val="140000"/>
              </a:lnSpc>
            </a:pPr>
            <a:r>
              <a:rPr dirty="0" sz="600" spc="30">
                <a:solidFill>
                  <a:srgbClr val="343842"/>
                </a:solidFill>
                <a:latin typeface="Arial"/>
                <a:cs typeface="Arial"/>
              </a:rPr>
              <a:t>Rate</a:t>
            </a:r>
            <a:r>
              <a:rPr dirty="0" sz="600" spc="-9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 spc="30">
                <a:solidFill>
                  <a:srgbClr val="4B4F56"/>
                </a:solidFill>
                <a:latin typeface="Arial"/>
                <a:cs typeface="Arial"/>
              </a:rPr>
              <a:t>Limit</a:t>
            </a:r>
            <a:r>
              <a:rPr dirty="0" sz="600" spc="15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343842"/>
                </a:solidFill>
                <a:latin typeface="Arial"/>
                <a:cs typeface="Arial"/>
              </a:rPr>
              <a:t>Handling</a:t>
            </a:r>
            <a:r>
              <a:rPr dirty="0" sz="600" spc="500">
                <a:solidFill>
                  <a:srgbClr val="343842"/>
                </a:solidFill>
                <a:latin typeface="Arial"/>
                <a:cs typeface="Arial"/>
              </a:rPr>
              <a:t> </a:t>
            </a: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GitHu</a:t>
            </a:r>
            <a:r>
              <a:rPr dirty="0" sz="600" spc="10">
                <a:solidFill>
                  <a:srgbClr val="64676E"/>
                </a:solidFill>
                <a:latin typeface="Arial"/>
                <a:cs typeface="Arial"/>
              </a:rPr>
              <a:t>b</a:t>
            </a:r>
            <a:r>
              <a:rPr dirty="0" sz="600" spc="45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AP</a:t>
            </a:r>
            <a:r>
              <a:rPr dirty="0" sz="600" spc="10">
                <a:solidFill>
                  <a:srgbClr val="262834"/>
                </a:solidFill>
                <a:latin typeface="Arial"/>
                <a:cs typeface="Arial"/>
              </a:rPr>
              <a:t>I</a:t>
            </a:r>
            <a:r>
              <a:rPr dirty="0" sz="600" spc="-45">
                <a:solidFill>
                  <a:srgbClr val="262834"/>
                </a:solidFill>
                <a:latin typeface="Arial"/>
                <a:cs typeface="Arial"/>
              </a:rPr>
              <a:t> </a:t>
            </a:r>
            <a:r>
              <a:rPr dirty="0" sz="600" spc="10">
                <a:solidFill>
                  <a:srgbClr val="262834"/>
                </a:solidFill>
                <a:latin typeface="Arial"/>
                <a:cs typeface="Arial"/>
              </a:rPr>
              <a:t>l</a:t>
            </a: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im</a:t>
            </a:r>
            <a:r>
              <a:rPr dirty="0" sz="600" spc="10">
                <a:solidFill>
                  <a:srgbClr val="262834"/>
                </a:solidFill>
                <a:latin typeface="Arial"/>
                <a:cs typeface="Arial"/>
              </a:rPr>
              <a:t>i</a:t>
            </a: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t</a:t>
            </a:r>
            <a:r>
              <a:rPr dirty="0" sz="600" spc="10">
                <a:solidFill>
                  <a:srgbClr val="64676E"/>
                </a:solidFill>
                <a:latin typeface="Arial"/>
                <a:cs typeface="Arial"/>
              </a:rPr>
              <a:t>s</a:t>
            </a:r>
            <a:r>
              <a:rPr dirty="0" sz="600" spc="-55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sz="600" spc="10">
                <a:solidFill>
                  <a:srgbClr val="4B4F56"/>
                </a:solidFill>
                <a:latin typeface="Arial"/>
                <a:cs typeface="Arial"/>
              </a:rPr>
              <a:t>&amp;</a:t>
            </a:r>
            <a:r>
              <a:rPr dirty="0" sz="600" spc="-30">
                <a:solidFill>
                  <a:srgbClr val="4B4F5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re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t</a:t>
            </a:r>
            <a:r>
              <a:rPr dirty="0" sz="600" spc="-10">
                <a:solidFill>
                  <a:srgbClr val="64676E"/>
                </a:solidFill>
                <a:latin typeface="Arial"/>
                <a:cs typeface="Arial"/>
              </a:rPr>
              <a:t>ri</a:t>
            </a:r>
            <a:r>
              <a:rPr dirty="0" sz="600" spc="-10">
                <a:solidFill>
                  <a:srgbClr val="4B4F56"/>
                </a:solidFill>
                <a:latin typeface="Arial"/>
                <a:cs typeface="Arial"/>
              </a:rPr>
              <a:t>es</a:t>
            </a:r>
            <a:endParaRPr sz="600">
              <a:latin typeface="Arial"/>
              <a:cs typeface="Arial"/>
            </a:endParaRPr>
          </a:p>
        </p:txBody>
      </p:sp>
      <p:sp>
        <p:nvSpPr>
          <p:cNvPr id="149" name="object 149"/>
          <p:cNvSpPr/>
          <p:nvPr/>
        </p:nvSpPr>
        <p:spPr>
          <a:xfrm>
            <a:off x="5652757" y="6768197"/>
            <a:ext cx="3575050" cy="0"/>
          </a:xfrm>
          <a:custGeom>
            <a:avLst/>
            <a:gdLst/>
            <a:ahLst/>
            <a:cxnLst/>
            <a:rect l="l" t="t" r="r" b="b"/>
            <a:pathLst>
              <a:path w="3575050" h="0">
                <a:moveTo>
                  <a:pt x="0" y="0"/>
                </a:moveTo>
                <a:lnTo>
                  <a:pt x="3574557" y="0"/>
                </a:lnTo>
              </a:path>
            </a:pathLst>
          </a:custGeom>
          <a:ln w="10070">
            <a:solidFill>
              <a:srgbClr val="7D7F86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 txBox="1"/>
          <p:nvPr/>
        </p:nvSpPr>
        <p:spPr>
          <a:xfrm>
            <a:off x="9204032" y="6632361"/>
            <a:ext cx="8318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85">
                <a:solidFill>
                  <a:srgbClr val="7E8087"/>
                </a:solidFill>
                <a:latin typeface="Arial"/>
                <a:cs typeface="Arial"/>
              </a:rPr>
              <a:t>..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9224383" y="6512913"/>
            <a:ext cx="99060" cy="384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50" spc="-50">
                <a:solidFill>
                  <a:srgbClr val="8E939C"/>
                </a:solidFill>
                <a:latin typeface="Arial"/>
                <a:cs typeface="Arial"/>
              </a:rPr>
              <a:t>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9246138" y="6785509"/>
            <a:ext cx="4572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50">
                <a:solidFill>
                  <a:srgbClr val="AAB3BA"/>
                </a:solidFill>
                <a:latin typeface="Arial"/>
                <a:cs typeface="Arial"/>
              </a:rPr>
              <a:t>'</a:t>
            </a:r>
            <a:endParaRPr sz="950">
              <a:latin typeface="Arial"/>
              <a:cs typeface="Arial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1389438" y="6788880"/>
            <a:ext cx="1147445" cy="377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470">
                <a:solidFill>
                  <a:srgbClr val="8E939C"/>
                </a:solidFill>
                <a:latin typeface="Arial"/>
                <a:cs typeface="Arial"/>
              </a:rPr>
              <a:t>-</a:t>
            </a:r>
            <a:r>
              <a:rPr dirty="0" sz="2300" spc="-1655">
                <a:solidFill>
                  <a:srgbClr val="4B4F56"/>
                </a:solidFill>
                <a:latin typeface="Arial"/>
                <a:cs typeface="Arial"/>
              </a:rPr>
              <a:t>�</a:t>
            </a:r>
            <a:r>
              <a:rPr dirty="0" u="heavy" sz="2300" spc="-355">
                <a:solidFill>
                  <a:srgbClr val="4B4F56"/>
                </a:solidFill>
                <a:uFill>
                  <a:solidFill>
                    <a:srgbClr val="8D929B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300" spc="-1330">
                <a:solidFill>
                  <a:srgbClr val="4B4F56"/>
                </a:solidFill>
                <a:uFill>
                  <a:solidFill>
                    <a:srgbClr val="8D929B"/>
                  </a:solidFill>
                </a:uFill>
                <a:latin typeface="Arial"/>
                <a:cs typeface="Arial"/>
              </a:rPr>
              <a:t>�</a:t>
            </a:r>
            <a:r>
              <a:rPr dirty="0" u="none" sz="2300" spc="-1330">
                <a:solidFill>
                  <a:srgbClr val="4B4F56"/>
                </a:solidFill>
                <a:latin typeface="Arial"/>
                <a:cs typeface="Arial"/>
              </a:rPr>
              <a:t>���</a:t>
            </a:r>
            <a:r>
              <a:rPr dirty="0" u="none" sz="2300" spc="-1330">
                <a:solidFill>
                  <a:srgbClr val="7E8087"/>
                </a:solidFill>
                <a:latin typeface="Arial"/>
                <a:cs typeface="Arial"/>
              </a:rPr>
              <a:t>-</a:t>
            </a:r>
            <a:r>
              <a:rPr dirty="0" u="none" sz="2300" spc="-1614">
                <a:solidFill>
                  <a:srgbClr val="4B4F56"/>
                </a:solidFill>
                <a:latin typeface="Arial"/>
                <a:cs typeface="Arial"/>
              </a:rPr>
              <a:t>�</a:t>
            </a:r>
            <a:r>
              <a:rPr dirty="0" u="none" sz="2300" spc="-580">
                <a:solidFill>
                  <a:srgbClr val="7E8087"/>
                </a:solidFill>
                <a:latin typeface="Arial"/>
                <a:cs typeface="Arial"/>
              </a:rPr>
              <a:t>-</a:t>
            </a:r>
            <a:r>
              <a:rPr dirty="0" u="none" sz="2300" spc="-320">
                <a:solidFill>
                  <a:srgbClr val="4B4F56"/>
                </a:solidFill>
                <a:latin typeface="Arial"/>
                <a:cs typeface="Arial"/>
              </a:rPr>
              <a:t>:</a:t>
            </a:r>
            <a:r>
              <a:rPr dirty="0" u="heavy" sz="2300" spc="-320">
                <a:solidFill>
                  <a:srgbClr val="7E8087"/>
                </a:solidFill>
                <a:uFill>
                  <a:solidFill>
                    <a:srgbClr val="7D7F86"/>
                  </a:solidFill>
                </a:uFill>
                <a:latin typeface="Arial"/>
                <a:cs typeface="Arial"/>
              </a:rPr>
              <a:t>-</a:t>
            </a:r>
            <a:r>
              <a:rPr dirty="0" u="heavy" sz="2300" spc="-25">
                <a:solidFill>
                  <a:srgbClr val="262834"/>
                </a:solidFill>
                <a:uFill>
                  <a:solidFill>
                    <a:srgbClr val="7D7F86"/>
                  </a:solidFill>
                </a:uFill>
                <a:latin typeface="Arial"/>
                <a:cs typeface="Arial"/>
              </a:rPr>
              <a:t>=</a:t>
            </a:r>
            <a:r>
              <a:rPr dirty="0" u="none" sz="2300" spc="-25">
                <a:solidFill>
                  <a:srgbClr val="8E939C"/>
                </a:solidFill>
                <a:latin typeface="Arial"/>
                <a:cs typeface="Arial"/>
              </a:rPr>
              <a:t>-</a:t>
            </a:r>
            <a:endParaRPr sz="2300">
              <a:latin typeface="Arial"/>
              <a:cs typeface="Arial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2491193" y="7011675"/>
            <a:ext cx="9436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2615" algn="l"/>
              </a:tabLst>
            </a:pPr>
            <a:r>
              <a:rPr dirty="0" sz="550">
                <a:solidFill>
                  <a:srgbClr val="64676E"/>
                </a:solidFill>
                <a:latin typeface="Arial"/>
                <a:cs typeface="Arial"/>
              </a:rPr>
              <a:t>-</a:t>
            </a:r>
            <a:r>
              <a:rPr dirty="0" sz="550" spc="-55">
                <a:solidFill>
                  <a:srgbClr val="64676E"/>
                </a:solidFill>
                <a:latin typeface="Arial"/>
                <a:cs typeface="Arial"/>
              </a:rPr>
              <a:t>��t:</a:t>
            </a:r>
            <a:r>
              <a:rPr dirty="0" sz="550" spc="-55">
                <a:solidFill>
                  <a:srgbClr val="4B4F56"/>
                </a:solidFill>
                <a:latin typeface="Arial"/>
                <a:cs typeface="Arial"/>
              </a:rPr>
              <a:t>�</a:t>
            </a:r>
            <a:r>
              <a:rPr dirty="0" sz="550" spc="-55">
                <a:solidFill>
                  <a:srgbClr val="8E939C"/>
                </a:solidFill>
                <a:latin typeface="Arial"/>
                <a:cs typeface="Arial"/>
              </a:rPr>
              <a:t>_</a:t>
            </a:r>
            <a:r>
              <a:rPr dirty="0" sz="550" spc="50">
                <a:solidFill>
                  <a:srgbClr val="8E939C"/>
                </a:solidFill>
                <a:latin typeface="Arial"/>
                <a:cs typeface="Arial"/>
              </a:rPr>
              <a:t> </a:t>
            </a:r>
            <a:r>
              <a:rPr dirty="0" sz="550" spc="85">
                <a:solidFill>
                  <a:srgbClr val="4B4F56"/>
                </a:solidFill>
                <a:latin typeface="Arial"/>
                <a:cs typeface="Arial"/>
              </a:rPr>
              <a:t>:</a:t>
            </a:r>
            <a:r>
              <a:rPr dirty="0" sz="550" spc="85">
                <a:solidFill>
                  <a:srgbClr val="64676E"/>
                </a:solidFill>
                <a:latin typeface="Arial"/>
                <a:cs typeface="Arial"/>
              </a:rPr>
              <a:t>�</a:t>
            </a:r>
            <a:r>
              <a:rPr dirty="0" sz="550" spc="85">
                <a:solidFill>
                  <a:srgbClr val="8E939C"/>
                </a:solidFill>
                <a:latin typeface="Arial"/>
                <a:cs typeface="Arial"/>
              </a:rPr>
              <a:t>-</a:t>
            </a:r>
            <a:r>
              <a:rPr dirty="0" sz="550" spc="30">
                <a:solidFill>
                  <a:srgbClr val="8E939C"/>
                </a:solidFill>
                <a:latin typeface="Arial"/>
                <a:cs typeface="Arial"/>
              </a:rPr>
              <a:t> </a:t>
            </a:r>
            <a:r>
              <a:rPr dirty="0" u="sng" sz="550" i="1">
                <a:solidFill>
                  <a:srgbClr val="64676E"/>
                </a:solidFill>
                <a:uFill>
                  <a:solidFill>
                    <a:srgbClr val="8D929B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550" i="1">
                <a:solidFill>
                  <a:srgbClr val="64676E"/>
                </a:solidFill>
                <a:latin typeface="Arial"/>
                <a:cs typeface="Arial"/>
              </a:rPr>
              <a:t>::</a:t>
            </a:r>
            <a:r>
              <a:rPr dirty="0" u="none" sz="550" spc="-5" i="1">
                <a:solidFill>
                  <a:srgbClr val="64676E"/>
                </a:solidFill>
                <a:latin typeface="Arial"/>
                <a:cs typeface="Arial"/>
              </a:rPr>
              <a:t> </a:t>
            </a:r>
            <a:r>
              <a:rPr dirty="0" u="none" sz="550" spc="55" i="1">
                <a:solidFill>
                  <a:srgbClr val="7E8087"/>
                </a:solidFill>
                <a:latin typeface="Arial"/>
                <a:cs typeface="Arial"/>
              </a:rPr>
              <a:t>:-</a:t>
            </a:r>
            <a:r>
              <a:rPr dirty="0" u="none" sz="550" spc="60" i="1">
                <a:solidFill>
                  <a:srgbClr val="4B4F56"/>
                </a:solidFill>
                <a:latin typeface="Arial"/>
                <a:cs typeface="Arial"/>
              </a:rPr>
              <a:t>-</a:t>
            </a:r>
            <a:r>
              <a:rPr dirty="0" u="none" sz="550" spc="60" i="1">
                <a:solidFill>
                  <a:srgbClr val="8E939C"/>
                </a:solidFill>
                <a:latin typeface="Arial"/>
                <a:cs typeface="Arial"/>
              </a:rPr>
              <a:t>-</a:t>
            </a:r>
            <a:r>
              <a:rPr dirty="0" u="none" sz="550" spc="125" i="1">
                <a:solidFill>
                  <a:srgbClr val="4B4F56"/>
                </a:solidFill>
                <a:latin typeface="Arial"/>
                <a:cs typeface="Arial"/>
              </a:rPr>
              <a:t>�</a:t>
            </a:r>
            <a:r>
              <a:rPr dirty="0" u="none" sz="550" spc="125" i="1">
                <a:solidFill>
                  <a:srgbClr val="7E8087"/>
                </a:solidFill>
                <a:latin typeface="Arial"/>
                <a:cs typeface="Arial"/>
              </a:rPr>
              <a:t>-</a:t>
            </a:r>
            <a:r>
              <a:rPr dirty="0" u="none" sz="550" spc="5" i="1">
                <a:solidFill>
                  <a:srgbClr val="7E8087"/>
                </a:solidFill>
                <a:latin typeface="Arial"/>
                <a:cs typeface="Arial"/>
              </a:rPr>
              <a:t> </a:t>
            </a:r>
            <a:r>
              <a:rPr dirty="0" u="none" sz="550" spc="-204">
                <a:solidFill>
                  <a:srgbClr val="8E939C"/>
                </a:solidFill>
                <a:latin typeface="Arial"/>
                <a:cs typeface="Arial"/>
              </a:rPr>
              <a:t>_</a:t>
            </a:r>
            <a:endParaRPr sz="550">
              <a:latin typeface="Arial"/>
              <a:cs typeface="Arial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3394466" y="6858901"/>
            <a:ext cx="135509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750">
                <a:solidFill>
                  <a:srgbClr val="64676E"/>
                </a:solidFill>
                <a:latin typeface="Arial"/>
                <a:cs typeface="Arial"/>
              </a:rPr>
              <a:t>��</a:t>
            </a:r>
            <a:r>
              <a:rPr dirty="0" sz="1750" spc="-760">
                <a:solidFill>
                  <a:srgbClr val="64676E"/>
                </a:solidFill>
                <a:latin typeface="Arial"/>
                <a:cs typeface="Arial"/>
              </a:rPr>
              <a:t>:</a:t>
            </a:r>
            <a:r>
              <a:rPr dirty="0" sz="1750" spc="-750">
                <a:solidFill>
                  <a:srgbClr val="64676E"/>
                </a:solidFill>
                <a:latin typeface="Arial"/>
                <a:cs typeface="Arial"/>
              </a:rPr>
              <a:t>�</a:t>
            </a:r>
            <a:r>
              <a:rPr dirty="0" sz="1750" spc="-755">
                <a:solidFill>
                  <a:srgbClr val="4B4F56"/>
                </a:solidFill>
                <a:latin typeface="Arial"/>
                <a:cs typeface="Arial"/>
              </a:rPr>
              <a:t>o</a:t>
            </a:r>
            <a:r>
              <a:rPr dirty="0" sz="1750" spc="-760">
                <a:solidFill>
                  <a:srgbClr val="64676E"/>
                </a:solidFill>
                <a:latin typeface="Arial"/>
                <a:cs typeface="Arial"/>
              </a:rPr>
              <a:t>:</a:t>
            </a:r>
            <a:r>
              <a:rPr dirty="0" sz="1750" spc="-1260">
                <a:solidFill>
                  <a:srgbClr val="4B4F56"/>
                </a:solidFill>
                <a:latin typeface="Arial"/>
                <a:cs typeface="Arial"/>
              </a:rPr>
              <a:t>I</a:t>
            </a:r>
            <a:r>
              <a:rPr dirty="0" sz="1750" spc="-1485">
                <a:solidFill>
                  <a:srgbClr val="64676E"/>
                </a:solidFill>
                <a:latin typeface="Arial"/>
                <a:cs typeface="Arial"/>
              </a:rPr>
              <a:t>�</a:t>
            </a:r>
            <a:r>
              <a:rPr dirty="0" sz="1750" spc="-760">
                <a:solidFill>
                  <a:srgbClr val="7E8087"/>
                </a:solidFill>
                <a:latin typeface="Arial"/>
                <a:cs typeface="Arial"/>
              </a:rPr>
              <a:t>:</a:t>
            </a:r>
            <a:r>
              <a:rPr dirty="0" sz="1750" spc="-1650">
                <a:solidFill>
                  <a:srgbClr val="7E8087"/>
                </a:solidFill>
                <a:latin typeface="Arial"/>
                <a:cs typeface="Arial"/>
              </a:rPr>
              <a:t>_</a:t>
            </a:r>
            <a:r>
              <a:rPr dirty="0" sz="1750" spc="-760">
                <a:solidFill>
                  <a:srgbClr val="64676E"/>
                </a:solidFill>
                <a:latin typeface="Arial"/>
                <a:cs typeface="Arial"/>
              </a:rPr>
              <a:t>���::</a:t>
            </a:r>
            <a:r>
              <a:rPr dirty="0" u="heavy" sz="1750" spc="-760">
                <a:solidFill>
                  <a:srgbClr val="4B4F56"/>
                </a:solidFill>
                <a:uFill>
                  <a:solidFill>
                    <a:srgbClr val="7D7F86"/>
                  </a:solidFill>
                </a:uFill>
                <a:latin typeface="Arial"/>
                <a:cs typeface="Arial"/>
              </a:rPr>
              <a:t>'</a:t>
            </a:r>
            <a:r>
              <a:rPr dirty="0" u="heavy" sz="1750" spc="10">
                <a:solidFill>
                  <a:srgbClr val="4B4F56"/>
                </a:solidFill>
                <a:uFill>
                  <a:solidFill>
                    <a:srgbClr val="7D7F86"/>
                  </a:solidFill>
                </a:uFill>
                <a:latin typeface="Arial"/>
                <a:cs typeface="Arial"/>
              </a:rPr>
              <a:t>  </a:t>
            </a:r>
            <a:r>
              <a:rPr dirty="0" u="none" sz="1750" spc="-50">
                <a:solidFill>
                  <a:srgbClr val="7E8087"/>
                </a:solidFill>
                <a:latin typeface="Arial"/>
                <a:cs typeface="Arial"/>
              </a:rPr>
              <a:t>.</a:t>
            </a:r>
            <a:r>
              <a:rPr dirty="0" u="heavy" sz="1750" spc="500">
                <a:solidFill>
                  <a:srgbClr val="7E8087"/>
                </a:solidFill>
                <a:uFill>
                  <a:solidFill>
                    <a:srgbClr val="8D929B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750" spc="-55">
                <a:solidFill>
                  <a:srgbClr val="7E8087"/>
                </a:solidFill>
                <a:uFill>
                  <a:solidFill>
                    <a:srgbClr val="8D929B"/>
                  </a:solidFill>
                </a:uFill>
                <a:latin typeface="Arial"/>
                <a:cs typeface="Arial"/>
              </a:rPr>
              <a:t>.</a:t>
            </a:r>
            <a:r>
              <a:rPr dirty="0" u="none" sz="1750" spc="-735">
                <a:solidFill>
                  <a:srgbClr val="7E8087"/>
                </a:solidFill>
                <a:latin typeface="Arial"/>
                <a:cs typeface="Arial"/>
              </a:rPr>
              <a:t>_</a:t>
            </a:r>
            <a:r>
              <a:rPr dirty="0" u="none" sz="1750" spc="-750">
                <a:solidFill>
                  <a:srgbClr val="64676E"/>
                </a:solidFill>
                <a:latin typeface="Arial"/>
                <a:cs typeface="Arial"/>
              </a:rPr>
              <a:t>'</a:t>
            </a:r>
            <a:r>
              <a:rPr dirty="0" u="none" sz="1750" spc="-750">
                <a:solidFill>
                  <a:srgbClr val="4B4F56"/>
                </a:solidFill>
                <a:latin typeface="Arial"/>
                <a:cs typeface="Arial"/>
              </a:rPr>
              <a:t>:</a:t>
            </a:r>
            <a:r>
              <a:rPr dirty="0" u="none" sz="1750" spc="-725">
                <a:solidFill>
                  <a:srgbClr val="64676E"/>
                </a:solidFill>
                <a:latin typeface="Arial"/>
                <a:cs typeface="Arial"/>
              </a:rPr>
              <a:t>�</a:t>
            </a:r>
            <a:r>
              <a:rPr dirty="0" u="none" sz="1750" spc="-894">
                <a:solidFill>
                  <a:srgbClr val="64676E"/>
                </a:solidFill>
                <a:latin typeface="Arial"/>
                <a:cs typeface="Arial"/>
              </a:rPr>
              <a:t>:</a:t>
            </a:r>
            <a:r>
              <a:rPr dirty="0" u="none" sz="1750" spc="-1135">
                <a:solidFill>
                  <a:srgbClr val="64676E"/>
                </a:solidFill>
                <a:latin typeface="Arial"/>
                <a:cs typeface="Arial"/>
              </a:rPr>
              <a:t>�</a:t>
            </a:r>
            <a:endParaRPr sz="1750">
              <a:latin typeface="Arial"/>
              <a:cs typeface="Arial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4689792" y="7005309"/>
            <a:ext cx="45910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4690" algn="l"/>
                <a:tab pos="1356360" algn="l"/>
                <a:tab pos="2345690" algn="l"/>
                <a:tab pos="2612390" algn="l"/>
                <a:tab pos="3418204" algn="l"/>
                <a:tab pos="3968115" algn="l"/>
                <a:tab pos="4533900" algn="l"/>
              </a:tabLst>
            </a:pPr>
            <a:r>
              <a:rPr dirty="0" sz="600">
                <a:solidFill>
                  <a:srgbClr val="4B4F56"/>
                </a:solidFill>
                <a:latin typeface="Times New Roman"/>
                <a:cs typeface="Times New Roman"/>
              </a:rPr>
              <a:t>�</a:t>
            </a:r>
            <a:r>
              <a:rPr dirty="0" sz="600">
                <a:solidFill>
                  <a:srgbClr val="64676E"/>
                </a:solidFill>
                <a:latin typeface="Times New Roman"/>
                <a:cs typeface="Times New Roman"/>
              </a:rPr>
              <a:t>����</a:t>
            </a:r>
            <a:r>
              <a:rPr dirty="0" sz="600">
                <a:solidFill>
                  <a:srgbClr val="4B4F56"/>
                </a:solidFill>
                <a:latin typeface="Times New Roman"/>
                <a:cs typeface="Times New Roman"/>
              </a:rPr>
              <a:t>t�</a:t>
            </a:r>
            <a:r>
              <a:rPr dirty="0" sz="600">
                <a:solidFill>
                  <a:srgbClr val="64676E"/>
                </a:solidFill>
                <a:latin typeface="Times New Roman"/>
                <a:cs typeface="Times New Roman"/>
              </a:rPr>
              <a:t>�</a:t>
            </a:r>
            <a:r>
              <a:rPr dirty="0" sz="600">
                <a:solidFill>
                  <a:srgbClr val="7E8087"/>
                </a:solidFill>
                <a:latin typeface="Times New Roman"/>
                <a:cs typeface="Times New Roman"/>
              </a:rPr>
              <a:t>-</a:t>
            </a:r>
            <a:r>
              <a:rPr dirty="0" sz="600" spc="-40">
                <a:solidFill>
                  <a:srgbClr val="7E8087"/>
                </a:solidFill>
                <a:latin typeface="Times New Roman"/>
                <a:cs typeface="Times New Roman"/>
              </a:rPr>
              <a:t> </a:t>
            </a:r>
            <a:r>
              <a:rPr dirty="0" u="sng" sz="600">
                <a:solidFill>
                  <a:srgbClr val="8E939C"/>
                </a:solidFill>
                <a:uFill>
                  <a:solidFill>
                    <a:srgbClr val="7D7F86"/>
                  </a:solidFill>
                </a:uFill>
                <a:latin typeface="Arial"/>
                <a:cs typeface="Arial"/>
              </a:rPr>
              <a:t>	-</a:t>
            </a:r>
            <a:r>
              <a:rPr dirty="0" u="sng" sz="600" spc="-10">
                <a:solidFill>
                  <a:srgbClr val="64676E"/>
                </a:solidFill>
                <a:uFill>
                  <a:solidFill>
                    <a:srgbClr val="7D7F86"/>
                  </a:solidFill>
                </a:uFill>
                <a:latin typeface="Arial"/>
                <a:cs typeface="Arial"/>
              </a:rPr>
              <a:t>�</a:t>
            </a:r>
            <a:r>
              <a:rPr dirty="0" u="none" sz="600" spc="-10">
                <a:solidFill>
                  <a:srgbClr val="262834"/>
                </a:solidFill>
                <a:latin typeface="Arial"/>
                <a:cs typeface="Arial"/>
              </a:rPr>
              <a:t>r</a:t>
            </a:r>
            <a:r>
              <a:rPr dirty="0" u="none" sz="600" spc="-10">
                <a:solidFill>
                  <a:srgbClr val="64676E"/>
                </a:solidFill>
                <a:latin typeface="Arial"/>
                <a:cs typeface="Arial"/>
              </a:rPr>
              <a:t>=:�s���</a:t>
            </a:r>
            <a:r>
              <a:rPr dirty="0" u="sng" sz="600">
                <a:solidFill>
                  <a:srgbClr val="64676E"/>
                </a:solidFill>
                <a:uFill>
                  <a:solidFill>
                    <a:srgbClr val="8D929B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600">
                <a:solidFill>
                  <a:srgbClr val="8E939C"/>
                </a:solidFill>
                <a:latin typeface="Arial"/>
                <a:cs typeface="Arial"/>
              </a:rPr>
              <a:t>.</a:t>
            </a:r>
            <a:r>
              <a:rPr dirty="0" u="none" sz="600" spc="10">
                <a:solidFill>
                  <a:srgbClr val="8E939C"/>
                </a:solidFill>
                <a:latin typeface="Arial"/>
                <a:cs typeface="Arial"/>
              </a:rPr>
              <a:t> </a:t>
            </a:r>
            <a:r>
              <a:rPr dirty="0" u="sng" sz="600" spc="415">
                <a:solidFill>
                  <a:srgbClr val="64676E"/>
                </a:solidFill>
                <a:uFill>
                  <a:solidFill>
                    <a:srgbClr val="7D7F86"/>
                  </a:solidFill>
                </a:uFill>
                <a:latin typeface="Arial"/>
                <a:cs typeface="Arial"/>
              </a:rPr>
              <a:t>  </a:t>
            </a:r>
            <a:r>
              <a:rPr dirty="0" u="none" sz="600" spc="-135">
                <a:solidFill>
                  <a:srgbClr val="64676E"/>
                </a:solidFill>
                <a:latin typeface="Arial"/>
                <a:cs typeface="Arial"/>
              </a:rPr>
              <a:t>����</a:t>
            </a:r>
            <a:r>
              <a:rPr dirty="0" u="none" sz="600" spc="-135">
                <a:solidFill>
                  <a:srgbClr val="7E8087"/>
                </a:solidFill>
                <a:latin typeface="Arial"/>
                <a:cs typeface="Arial"/>
              </a:rPr>
              <a:t>_</a:t>
            </a:r>
            <a:r>
              <a:rPr dirty="0" u="none" sz="600" spc="-15">
                <a:solidFill>
                  <a:srgbClr val="7E8087"/>
                </a:solidFill>
                <a:latin typeface="Arial"/>
                <a:cs typeface="Arial"/>
              </a:rPr>
              <a:t> </a:t>
            </a:r>
            <a:r>
              <a:rPr dirty="0" u="none" sz="600" spc="-10">
                <a:solidFill>
                  <a:srgbClr val="4B4F56"/>
                </a:solidFill>
                <a:latin typeface="Arial"/>
                <a:cs typeface="Arial"/>
              </a:rPr>
              <a:t>:</a:t>
            </a:r>
            <a:r>
              <a:rPr dirty="0" u="none" sz="600" spc="-10">
                <a:solidFill>
                  <a:srgbClr val="64676E"/>
                </a:solidFill>
                <a:latin typeface="Arial"/>
                <a:cs typeface="Arial"/>
              </a:rPr>
              <a:t>��</a:t>
            </a:r>
            <a:r>
              <a:rPr dirty="0" u="none" sz="600" spc="-10">
                <a:solidFill>
                  <a:srgbClr val="4B4F56"/>
                </a:solidFill>
                <a:latin typeface="Arial"/>
                <a:cs typeface="Arial"/>
              </a:rPr>
              <a:t>��:</a:t>
            </a:r>
            <a:r>
              <a:rPr dirty="0" u="none" sz="600" spc="-10">
                <a:solidFill>
                  <a:srgbClr val="64676E"/>
                </a:solidFill>
                <a:latin typeface="Arial"/>
                <a:cs typeface="Arial"/>
              </a:rPr>
              <a:t>��</a:t>
            </a:r>
            <a:r>
              <a:rPr dirty="0" u="sng" sz="600">
                <a:solidFill>
                  <a:srgbClr val="64676E"/>
                </a:solidFill>
                <a:uFill>
                  <a:solidFill>
                    <a:srgbClr val="7D7F86"/>
                  </a:solidFill>
                </a:uFill>
                <a:latin typeface="Arial"/>
                <a:cs typeface="Arial"/>
              </a:rPr>
              <a:t>		</a:t>
            </a:r>
            <a:r>
              <a:rPr dirty="0" u="none" sz="600">
                <a:solidFill>
                  <a:srgbClr val="8E939C"/>
                </a:solidFill>
                <a:latin typeface="Arial"/>
                <a:cs typeface="Arial"/>
              </a:rPr>
              <a:t>..</a:t>
            </a:r>
            <a:r>
              <a:rPr dirty="0" u="none" sz="600" spc="-114">
                <a:solidFill>
                  <a:srgbClr val="8E939C"/>
                </a:solidFill>
                <a:latin typeface="Arial"/>
                <a:cs typeface="Arial"/>
              </a:rPr>
              <a:t> </a:t>
            </a:r>
            <a:r>
              <a:rPr dirty="0" u="sng" sz="600" i="1">
                <a:solidFill>
                  <a:srgbClr val="8E939C"/>
                </a:solidFill>
                <a:uFill>
                  <a:solidFill>
                    <a:srgbClr val="7D7F86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600" spc="-30" i="1">
                <a:solidFill>
                  <a:srgbClr val="8E939C"/>
                </a:solidFill>
                <a:latin typeface="Arial"/>
                <a:cs typeface="Arial"/>
              </a:rPr>
              <a:t>:_</a:t>
            </a:r>
            <a:r>
              <a:rPr dirty="0" u="none" sz="600" spc="-30" i="1">
                <a:solidFill>
                  <a:srgbClr val="64676E"/>
                </a:solidFill>
                <a:latin typeface="Arial"/>
                <a:cs typeface="Arial"/>
              </a:rPr>
              <a:t>�</a:t>
            </a:r>
            <a:r>
              <a:rPr dirty="0" u="none" sz="600" spc="-30" i="1">
                <a:solidFill>
                  <a:srgbClr val="4B4F56"/>
                </a:solidFill>
                <a:latin typeface="Arial"/>
                <a:cs typeface="Arial"/>
              </a:rPr>
              <a:t>�</a:t>
            </a:r>
            <a:r>
              <a:rPr dirty="0" u="none" sz="600" spc="-30" i="1">
                <a:solidFill>
                  <a:srgbClr val="64676E"/>
                </a:solidFill>
                <a:latin typeface="Arial"/>
                <a:cs typeface="Arial"/>
              </a:rPr>
              <a:t>:</a:t>
            </a:r>
            <a:r>
              <a:rPr dirty="0" u="none" sz="600" spc="-30" i="1">
                <a:solidFill>
                  <a:srgbClr val="8E939C"/>
                </a:solidFill>
                <a:latin typeface="Arial"/>
                <a:cs typeface="Arial"/>
              </a:rPr>
              <a:t>_</a:t>
            </a:r>
            <a:r>
              <a:rPr dirty="0" u="none" sz="600" spc="-30">
                <a:solidFill>
                  <a:srgbClr val="64676E"/>
                </a:solidFill>
                <a:latin typeface="Arial"/>
                <a:cs typeface="Arial"/>
              </a:rPr>
              <a:t>��</a:t>
            </a:r>
            <a:r>
              <a:rPr dirty="0" u="none" sz="600" spc="-30">
                <a:solidFill>
                  <a:srgbClr val="4B4F56"/>
                </a:solidFill>
                <a:latin typeface="Arial"/>
                <a:cs typeface="Arial"/>
              </a:rPr>
              <a:t>r</a:t>
            </a:r>
            <a:r>
              <a:rPr dirty="0" u="none" sz="600" spc="-30">
                <a:solidFill>
                  <a:srgbClr val="64676E"/>
                </a:solidFill>
                <a:latin typeface="Arial"/>
                <a:cs typeface="Arial"/>
              </a:rPr>
              <a:t>�</a:t>
            </a:r>
            <a:r>
              <a:rPr dirty="0" u="none" sz="600" spc="-30">
                <a:solidFill>
                  <a:srgbClr val="8E939C"/>
                </a:solidFill>
                <a:latin typeface="Arial"/>
                <a:cs typeface="Arial"/>
              </a:rPr>
              <a:t>-</a:t>
            </a:r>
            <a:r>
              <a:rPr dirty="0" u="none" sz="600" spc="-15">
                <a:solidFill>
                  <a:srgbClr val="8E939C"/>
                </a:solidFill>
                <a:latin typeface="Arial"/>
                <a:cs typeface="Arial"/>
              </a:rPr>
              <a:t> </a:t>
            </a:r>
            <a:r>
              <a:rPr dirty="0" u="sng" sz="600">
                <a:solidFill>
                  <a:srgbClr val="64676E"/>
                </a:solidFill>
                <a:uFill>
                  <a:solidFill>
                    <a:srgbClr val="8D929B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600" spc="-204">
                <a:solidFill>
                  <a:srgbClr val="64676E"/>
                </a:solidFill>
                <a:latin typeface="Arial"/>
                <a:cs typeface="Arial"/>
              </a:rPr>
              <a:t>�</a:t>
            </a:r>
            <a:r>
              <a:rPr dirty="0" u="none" sz="600" spc="-204">
                <a:solidFill>
                  <a:srgbClr val="7E8087"/>
                </a:solidFill>
                <a:latin typeface="Arial"/>
                <a:cs typeface="Arial"/>
              </a:rPr>
              <a:t>_</a:t>
            </a:r>
            <a:r>
              <a:rPr dirty="0" u="none" sz="600" spc="40">
                <a:solidFill>
                  <a:srgbClr val="7E8087"/>
                </a:solidFill>
                <a:latin typeface="Arial"/>
                <a:cs typeface="Arial"/>
              </a:rPr>
              <a:t> </a:t>
            </a:r>
            <a:r>
              <a:rPr dirty="0" u="none" sz="600" spc="90">
                <a:solidFill>
                  <a:srgbClr val="64676E"/>
                </a:solidFill>
                <a:latin typeface="Arial"/>
                <a:cs typeface="Arial"/>
              </a:rPr>
              <a:t>��</a:t>
            </a:r>
            <a:r>
              <a:rPr dirty="0" u="none" sz="600" spc="90">
                <a:solidFill>
                  <a:srgbClr val="4B4F56"/>
                </a:solidFill>
                <a:latin typeface="Arial"/>
                <a:cs typeface="Arial"/>
              </a:rPr>
              <a:t>�</a:t>
            </a:r>
            <a:r>
              <a:rPr dirty="0" u="sng" sz="600">
                <a:solidFill>
                  <a:srgbClr val="8E939C"/>
                </a:solidFill>
                <a:uFill>
                  <a:solidFill>
                    <a:srgbClr val="8D929B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600">
                <a:solidFill>
                  <a:srgbClr val="8E939C"/>
                </a:solidFill>
                <a:latin typeface="Arial"/>
                <a:cs typeface="Arial"/>
              </a:rPr>
              <a:t>.._</a:t>
            </a:r>
            <a:r>
              <a:rPr dirty="0" u="none" sz="600">
                <a:solidFill>
                  <a:srgbClr val="64676E"/>
                </a:solidFill>
                <a:latin typeface="Arial"/>
                <a:cs typeface="Arial"/>
              </a:rPr>
              <a:t>��</a:t>
            </a:r>
            <a:r>
              <a:rPr dirty="0" u="none" sz="600">
                <a:solidFill>
                  <a:srgbClr val="4B4F56"/>
                </a:solidFill>
                <a:latin typeface="Arial"/>
                <a:cs typeface="Arial"/>
              </a:rPr>
              <a:t>:</a:t>
            </a:r>
            <a:r>
              <a:rPr dirty="0" u="none" sz="600">
                <a:solidFill>
                  <a:srgbClr val="64676E"/>
                </a:solidFill>
                <a:latin typeface="Arial"/>
                <a:cs typeface="Arial"/>
              </a:rPr>
              <a:t>�:</a:t>
            </a:r>
            <a:r>
              <a:rPr dirty="0" u="none" sz="600">
                <a:solidFill>
                  <a:srgbClr val="8E939C"/>
                </a:solidFill>
                <a:latin typeface="Arial"/>
                <a:cs typeface="Arial"/>
              </a:rPr>
              <a:t>.</a:t>
            </a:r>
            <a:r>
              <a:rPr dirty="0" u="none" sz="600" spc="-45">
                <a:solidFill>
                  <a:srgbClr val="8E939C"/>
                </a:solidFill>
                <a:latin typeface="Arial"/>
                <a:cs typeface="Arial"/>
              </a:rPr>
              <a:t> </a:t>
            </a:r>
            <a:r>
              <a:rPr dirty="0" u="sng" sz="600">
                <a:solidFill>
                  <a:srgbClr val="8E939C"/>
                </a:solidFill>
                <a:uFill>
                  <a:solidFill>
                    <a:srgbClr val="63666D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600" spc="-25">
                <a:solidFill>
                  <a:srgbClr val="8E939C"/>
                </a:solidFill>
                <a:latin typeface="Arial"/>
                <a:cs typeface="Arial"/>
              </a:rPr>
              <a:t>,;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5743" y="448732"/>
            <a:ext cx="713516" cy="45832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1302" y="1688898"/>
            <a:ext cx="807754" cy="8222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7451" y="3212143"/>
            <a:ext cx="861604" cy="1617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40795" y="1756298"/>
            <a:ext cx="861604" cy="7953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7332" y="2875141"/>
            <a:ext cx="875067" cy="3909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33094" y="4371427"/>
            <a:ext cx="996230" cy="9031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58349" y="1769778"/>
            <a:ext cx="928917" cy="93012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38588" y="6069912"/>
            <a:ext cx="10043078" cy="1024483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38588" y="1203615"/>
            <a:ext cx="0" cy="1968500"/>
          </a:xfrm>
          <a:custGeom>
            <a:avLst/>
            <a:gdLst/>
            <a:ahLst/>
            <a:cxnLst/>
            <a:rect l="l" t="t" r="r" b="b"/>
            <a:pathLst>
              <a:path w="0" h="1968500">
                <a:moveTo>
                  <a:pt x="0" y="1968086"/>
                </a:moveTo>
                <a:lnTo>
                  <a:pt x="0" y="0"/>
                </a:lnTo>
              </a:path>
            </a:pathLst>
          </a:custGeom>
          <a:ln w="67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78114" y="4142265"/>
            <a:ext cx="0" cy="1765935"/>
          </a:xfrm>
          <a:custGeom>
            <a:avLst/>
            <a:gdLst/>
            <a:ahLst/>
            <a:cxnLst/>
            <a:rect l="l" t="t" r="r" b="b"/>
            <a:pathLst>
              <a:path w="0" h="1765935">
                <a:moveTo>
                  <a:pt x="0" y="1765885"/>
                </a:moveTo>
                <a:lnTo>
                  <a:pt x="0" y="0"/>
                </a:lnTo>
              </a:path>
            </a:pathLst>
          </a:custGeom>
          <a:ln w="67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84845" y="1891098"/>
            <a:ext cx="0" cy="620395"/>
          </a:xfrm>
          <a:custGeom>
            <a:avLst/>
            <a:gdLst/>
            <a:ahLst/>
            <a:cxnLst/>
            <a:rect l="l" t="t" r="r" b="b"/>
            <a:pathLst>
              <a:path w="0" h="620394">
                <a:moveTo>
                  <a:pt x="0" y="620082"/>
                </a:moveTo>
                <a:lnTo>
                  <a:pt x="0" y="0"/>
                </a:lnTo>
              </a:path>
            </a:pathLst>
          </a:custGeom>
          <a:ln w="67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04231" y="1203615"/>
            <a:ext cx="0" cy="512445"/>
          </a:xfrm>
          <a:custGeom>
            <a:avLst/>
            <a:gdLst/>
            <a:ahLst/>
            <a:cxnLst/>
            <a:rect l="l" t="t" r="r" b="b"/>
            <a:pathLst>
              <a:path w="0" h="512444">
                <a:moveTo>
                  <a:pt x="0" y="512242"/>
                </a:moveTo>
                <a:lnTo>
                  <a:pt x="0" y="0"/>
                </a:lnTo>
              </a:path>
            </a:pathLst>
          </a:custGeom>
          <a:ln w="134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050490" y="4196185"/>
            <a:ext cx="0" cy="1711960"/>
          </a:xfrm>
          <a:custGeom>
            <a:avLst/>
            <a:gdLst/>
            <a:ahLst/>
            <a:cxnLst/>
            <a:rect l="l" t="t" r="r" b="b"/>
            <a:pathLst>
              <a:path w="0" h="1711960">
                <a:moveTo>
                  <a:pt x="0" y="1711965"/>
                </a:moveTo>
                <a:lnTo>
                  <a:pt x="0" y="0"/>
                </a:lnTo>
              </a:path>
            </a:pathLst>
          </a:custGeom>
          <a:ln w="67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11071" y="1608017"/>
            <a:ext cx="0" cy="1887220"/>
          </a:xfrm>
          <a:custGeom>
            <a:avLst/>
            <a:gdLst/>
            <a:ahLst/>
            <a:cxnLst/>
            <a:rect l="l" t="t" r="r" b="b"/>
            <a:pathLst>
              <a:path w="0" h="1887220">
                <a:moveTo>
                  <a:pt x="0" y="1887206"/>
                </a:moveTo>
                <a:lnTo>
                  <a:pt x="0" y="0"/>
                </a:lnTo>
              </a:path>
            </a:pathLst>
          </a:custGeom>
          <a:ln w="67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89101" y="1648457"/>
            <a:ext cx="0" cy="930275"/>
          </a:xfrm>
          <a:custGeom>
            <a:avLst/>
            <a:gdLst/>
            <a:ahLst/>
            <a:cxnLst/>
            <a:rect l="l" t="t" r="r" b="b"/>
            <a:pathLst>
              <a:path w="0" h="930275">
                <a:moveTo>
                  <a:pt x="0" y="930122"/>
                </a:moveTo>
                <a:lnTo>
                  <a:pt x="0" y="0"/>
                </a:lnTo>
              </a:path>
            </a:pathLst>
          </a:custGeom>
          <a:ln w="134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305471" y="4492746"/>
            <a:ext cx="0" cy="458470"/>
          </a:xfrm>
          <a:custGeom>
            <a:avLst/>
            <a:gdLst/>
            <a:ahLst/>
            <a:cxnLst/>
            <a:rect l="l" t="t" r="r" b="b"/>
            <a:pathLst>
              <a:path w="0" h="458470">
                <a:moveTo>
                  <a:pt x="0" y="458321"/>
                </a:moveTo>
                <a:lnTo>
                  <a:pt x="0" y="0"/>
                </a:lnTo>
              </a:path>
            </a:pathLst>
          </a:custGeom>
          <a:ln w="33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951675" y="4492746"/>
            <a:ext cx="0" cy="458470"/>
          </a:xfrm>
          <a:custGeom>
            <a:avLst/>
            <a:gdLst/>
            <a:ahLst/>
            <a:cxnLst/>
            <a:rect l="l" t="t" r="r" b="b"/>
            <a:pathLst>
              <a:path w="0" h="458470">
                <a:moveTo>
                  <a:pt x="0" y="458321"/>
                </a:moveTo>
                <a:lnTo>
                  <a:pt x="0" y="0"/>
                </a:lnTo>
              </a:path>
            </a:pathLst>
          </a:custGeom>
          <a:ln w="33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369014" y="4519707"/>
            <a:ext cx="0" cy="647065"/>
          </a:xfrm>
          <a:custGeom>
            <a:avLst/>
            <a:gdLst/>
            <a:ahLst/>
            <a:cxnLst/>
            <a:rect l="l" t="t" r="r" b="b"/>
            <a:pathLst>
              <a:path w="0" h="647064">
                <a:moveTo>
                  <a:pt x="0" y="647041"/>
                </a:moveTo>
                <a:lnTo>
                  <a:pt x="0" y="0"/>
                </a:lnTo>
              </a:path>
            </a:pathLst>
          </a:custGeom>
          <a:ln w="67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422865" y="1715857"/>
            <a:ext cx="0" cy="1779905"/>
          </a:xfrm>
          <a:custGeom>
            <a:avLst/>
            <a:gdLst/>
            <a:ahLst/>
            <a:cxnLst/>
            <a:rect l="l" t="t" r="r" b="b"/>
            <a:pathLst>
              <a:path w="0" h="1779904">
                <a:moveTo>
                  <a:pt x="0" y="1779365"/>
                </a:moveTo>
                <a:lnTo>
                  <a:pt x="0" y="0"/>
                </a:lnTo>
              </a:path>
            </a:pathLst>
          </a:custGeom>
          <a:ln w="67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954637" y="1149695"/>
            <a:ext cx="1427480" cy="0"/>
          </a:xfrm>
          <a:custGeom>
            <a:avLst/>
            <a:gdLst/>
            <a:ahLst/>
            <a:cxnLst/>
            <a:rect l="l" t="t" r="r" b="b"/>
            <a:pathLst>
              <a:path w="1427479" h="0">
                <a:moveTo>
                  <a:pt x="0" y="0"/>
                </a:moveTo>
                <a:lnTo>
                  <a:pt x="1427033" y="0"/>
                </a:lnTo>
              </a:path>
            </a:pathLst>
          </a:custGeom>
          <a:ln w="1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838858" y="1149695"/>
            <a:ext cx="457834" cy="0"/>
          </a:xfrm>
          <a:custGeom>
            <a:avLst/>
            <a:gdLst/>
            <a:ahLst/>
            <a:cxnLst/>
            <a:rect l="l" t="t" r="r" b="b"/>
            <a:pathLst>
              <a:path w="457835" h="0">
                <a:moveTo>
                  <a:pt x="0" y="0"/>
                </a:moveTo>
                <a:lnTo>
                  <a:pt x="457727" y="0"/>
                </a:lnTo>
              </a:path>
            </a:pathLst>
          </a:custGeom>
          <a:ln w="6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14754" y="395218"/>
            <a:ext cx="6485255" cy="4305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50" spc="-155" b="1">
                <a:solidFill>
                  <a:srgbClr val="113360"/>
                </a:solidFill>
                <a:latin typeface="Arial"/>
                <a:cs typeface="Arial"/>
              </a:rPr>
              <a:t>USE</a:t>
            </a:r>
            <a:r>
              <a:rPr dirty="0" sz="2650" spc="-110" b="1">
                <a:solidFill>
                  <a:srgbClr val="113360"/>
                </a:solidFill>
                <a:latin typeface="Arial"/>
                <a:cs typeface="Arial"/>
              </a:rPr>
              <a:t> </a:t>
            </a:r>
            <a:r>
              <a:rPr dirty="0" sz="2650" spc="-120" b="1">
                <a:solidFill>
                  <a:srgbClr val="113360"/>
                </a:solidFill>
                <a:latin typeface="Arial"/>
                <a:cs typeface="Arial"/>
              </a:rPr>
              <a:t>CASES</a:t>
            </a:r>
            <a:r>
              <a:rPr dirty="0" sz="2650" spc="-170" b="1">
                <a:solidFill>
                  <a:srgbClr val="113360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113360"/>
                </a:solidFill>
                <a:latin typeface="Arial"/>
                <a:cs typeface="Arial"/>
              </a:rPr>
              <a:t>-</a:t>
            </a:r>
            <a:r>
              <a:rPr dirty="0" sz="2650" spc="300" b="1">
                <a:solidFill>
                  <a:srgbClr val="11336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13360"/>
                </a:solidFill>
                <a:latin typeface="Arial"/>
                <a:cs typeface="Arial"/>
              </a:rPr>
              <a:t>Real</a:t>
            </a:r>
            <a:r>
              <a:rPr dirty="0" sz="2100" spc="-50" b="1">
                <a:solidFill>
                  <a:srgbClr val="113360"/>
                </a:solidFill>
                <a:latin typeface="Arial"/>
                <a:cs typeface="Arial"/>
              </a:rPr>
              <a:t> </a:t>
            </a:r>
            <a:r>
              <a:rPr dirty="0" sz="2100" spc="65" b="1">
                <a:solidFill>
                  <a:srgbClr val="113360"/>
                </a:solidFill>
                <a:latin typeface="Arial"/>
                <a:cs typeface="Arial"/>
              </a:rPr>
              <a:t>Impact</a:t>
            </a:r>
            <a:r>
              <a:rPr dirty="0" sz="2100" spc="70" b="1">
                <a:solidFill>
                  <a:srgbClr val="113360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113360"/>
                </a:solidFill>
                <a:latin typeface="Arial"/>
                <a:cs typeface="Arial"/>
              </a:rPr>
              <a:t>Across</a:t>
            </a:r>
            <a:r>
              <a:rPr dirty="0" sz="2100" spc="-30" b="1">
                <a:solidFill>
                  <a:srgbClr val="11336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13360"/>
                </a:solidFill>
                <a:latin typeface="Arial"/>
                <a:cs typeface="Arial"/>
              </a:rPr>
              <a:t>TCS</a:t>
            </a:r>
            <a:r>
              <a:rPr dirty="0" sz="2100" spc="-60" b="1">
                <a:solidFill>
                  <a:srgbClr val="11336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113360"/>
                </a:solidFill>
                <a:latin typeface="Arial"/>
                <a:cs typeface="Arial"/>
              </a:rPr>
              <a:t>Domains</a:t>
            </a:r>
            <a:endParaRPr sz="2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2619" y="806712"/>
            <a:ext cx="6507480" cy="71437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200" b="1">
                <a:solidFill>
                  <a:srgbClr val="2F3131"/>
                </a:solidFill>
                <a:latin typeface="Arial"/>
                <a:cs typeface="Arial"/>
              </a:rPr>
              <a:t>Al</a:t>
            </a:r>
            <a:r>
              <a:rPr dirty="0" sz="1200" spc="105" b="1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1200" spc="70" b="1">
                <a:solidFill>
                  <a:srgbClr val="2F3131"/>
                </a:solidFill>
                <a:latin typeface="Arial"/>
                <a:cs typeface="Arial"/>
              </a:rPr>
              <a:t>Code</a:t>
            </a:r>
            <a:r>
              <a:rPr dirty="0" sz="1200" spc="105" b="1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F3131"/>
                </a:solidFill>
                <a:latin typeface="Arial"/>
                <a:cs typeface="Arial"/>
              </a:rPr>
              <a:t>Assistant</a:t>
            </a:r>
            <a:r>
              <a:rPr dirty="0" sz="1200" spc="195" b="1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F3131"/>
                </a:solidFill>
                <a:latin typeface="Arial"/>
                <a:cs typeface="Arial"/>
              </a:rPr>
              <a:t>delivering</a:t>
            </a:r>
            <a:r>
              <a:rPr dirty="0" sz="1200" spc="229" b="1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F3131"/>
                </a:solidFill>
                <a:latin typeface="Arial"/>
                <a:cs typeface="Arial"/>
              </a:rPr>
              <a:t>tangib</a:t>
            </a:r>
            <a:r>
              <a:rPr dirty="0" sz="1200" b="1">
                <a:solidFill>
                  <a:srgbClr val="0C0C0C"/>
                </a:solidFill>
                <a:latin typeface="Arial"/>
                <a:cs typeface="Arial"/>
              </a:rPr>
              <a:t>l</a:t>
            </a:r>
            <a:r>
              <a:rPr dirty="0" sz="1200" b="1">
                <a:solidFill>
                  <a:srgbClr val="2F3131"/>
                </a:solidFill>
                <a:latin typeface="Arial"/>
                <a:cs typeface="Arial"/>
              </a:rPr>
              <a:t>e</a:t>
            </a:r>
            <a:r>
              <a:rPr dirty="0" sz="1200" spc="100" b="1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F3131"/>
                </a:solidFill>
                <a:latin typeface="Arial"/>
                <a:cs typeface="Arial"/>
              </a:rPr>
              <a:t>value</a:t>
            </a:r>
            <a:r>
              <a:rPr dirty="0" sz="1200" spc="45" b="1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F3131"/>
                </a:solidFill>
                <a:latin typeface="Arial"/>
                <a:cs typeface="Arial"/>
              </a:rPr>
              <a:t>in</a:t>
            </a:r>
            <a:r>
              <a:rPr dirty="0" sz="1200" spc="-5" b="1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F3131"/>
                </a:solidFill>
                <a:latin typeface="Arial"/>
                <a:cs typeface="Arial"/>
              </a:rPr>
              <a:t>real-world</a:t>
            </a:r>
            <a:r>
              <a:rPr dirty="0" sz="1200" spc="155" b="1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F3131"/>
                </a:solidFill>
                <a:latin typeface="Arial"/>
                <a:cs typeface="Arial"/>
              </a:rPr>
              <a:t>TCS</a:t>
            </a:r>
            <a:r>
              <a:rPr dirty="0" sz="1200" spc="55" b="1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F3131"/>
                </a:solidFill>
                <a:latin typeface="Arial"/>
                <a:cs typeface="Arial"/>
              </a:rPr>
              <a:t>projects</a:t>
            </a:r>
            <a:endParaRPr sz="12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  <a:spcBef>
                <a:spcPts val="315"/>
              </a:spcBef>
              <a:tabLst>
                <a:tab pos="3579495" algn="l"/>
              </a:tabLst>
            </a:pPr>
            <a:r>
              <a:rPr dirty="0" sz="2950" spc="60" b="1">
                <a:solidFill>
                  <a:srgbClr val="0F56B1"/>
                </a:solidFill>
                <a:latin typeface="Arial"/>
                <a:cs typeface="Arial"/>
              </a:rPr>
              <a:t>D</a:t>
            </a:r>
            <a:r>
              <a:rPr dirty="0" sz="2950" spc="-10" b="1">
                <a:solidFill>
                  <a:srgbClr val="0F56B1"/>
                </a:solidFill>
                <a:latin typeface="Arial"/>
                <a:cs typeface="Arial"/>
              </a:rPr>
              <a:t> </a:t>
            </a:r>
            <a:r>
              <a:rPr dirty="0" sz="1050" spc="10" b="1">
                <a:solidFill>
                  <a:srgbClr val="182349"/>
                </a:solidFill>
                <a:latin typeface="Arial"/>
                <a:cs typeface="Arial"/>
              </a:rPr>
              <a:t>Banking</a:t>
            </a:r>
            <a:r>
              <a:rPr dirty="0" sz="1050" spc="50" b="1">
                <a:solidFill>
                  <a:srgbClr val="182349"/>
                </a:solidFill>
                <a:latin typeface="Arial"/>
                <a:cs typeface="Arial"/>
              </a:rPr>
              <a:t> &amp;</a:t>
            </a:r>
            <a:r>
              <a:rPr dirty="0" sz="1050" spc="105" b="1">
                <a:solidFill>
                  <a:srgbClr val="182349"/>
                </a:solidFill>
                <a:latin typeface="Arial"/>
                <a:cs typeface="Arial"/>
              </a:rPr>
              <a:t> </a:t>
            </a:r>
            <a:r>
              <a:rPr dirty="0" sz="1050" spc="10" b="1">
                <a:solidFill>
                  <a:srgbClr val="182349"/>
                </a:solidFill>
                <a:latin typeface="Arial"/>
                <a:cs typeface="Arial"/>
              </a:rPr>
              <a:t>Financial</a:t>
            </a:r>
            <a:r>
              <a:rPr dirty="0" sz="1050" spc="155" b="1">
                <a:solidFill>
                  <a:srgbClr val="182349"/>
                </a:solidFill>
                <a:latin typeface="Arial"/>
                <a:cs typeface="Arial"/>
              </a:rPr>
              <a:t> </a:t>
            </a:r>
            <a:r>
              <a:rPr dirty="0" sz="1050" spc="10" b="1">
                <a:solidFill>
                  <a:srgbClr val="182349"/>
                </a:solidFill>
                <a:latin typeface="Arial"/>
                <a:cs typeface="Arial"/>
              </a:rPr>
              <a:t>Services</a:t>
            </a:r>
            <a:r>
              <a:rPr dirty="0" sz="1050" spc="50" b="1">
                <a:solidFill>
                  <a:srgbClr val="182349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2F3450"/>
                </a:solidFill>
                <a:latin typeface="Arial"/>
                <a:cs typeface="Arial"/>
              </a:rPr>
              <a:t>(BFSI)</a:t>
            </a:r>
            <a:r>
              <a:rPr dirty="0" sz="1050" b="1">
                <a:solidFill>
                  <a:srgbClr val="2F3450"/>
                </a:solidFill>
                <a:latin typeface="Arial"/>
                <a:cs typeface="Arial"/>
              </a:rPr>
              <a:t>	</a:t>
            </a:r>
            <a:r>
              <a:rPr dirty="0" sz="2950" spc="-300" b="1">
                <a:solidFill>
                  <a:srgbClr val="0F56B1"/>
                </a:solidFill>
                <a:latin typeface="Arial"/>
                <a:cs typeface="Arial"/>
              </a:rPr>
              <a:t>El</a:t>
            </a:r>
            <a:r>
              <a:rPr dirty="0" sz="2950" spc="-170" b="1">
                <a:solidFill>
                  <a:srgbClr val="0F56B1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13360"/>
                </a:solidFill>
                <a:latin typeface="Arial"/>
                <a:cs typeface="Arial"/>
              </a:rPr>
              <a:t>IT</a:t>
            </a:r>
            <a:r>
              <a:rPr dirty="0" sz="1050" spc="-165" b="1">
                <a:solidFill>
                  <a:srgbClr val="113360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82349"/>
                </a:solidFill>
                <a:latin typeface="Arial"/>
                <a:cs typeface="Arial"/>
              </a:rPr>
              <a:t>Services/</a:t>
            </a:r>
            <a:r>
              <a:rPr dirty="0" sz="1050" spc="25" b="1">
                <a:solidFill>
                  <a:srgbClr val="182349"/>
                </a:solidFill>
                <a:latin typeface="Arial"/>
                <a:cs typeface="Arial"/>
              </a:rPr>
              <a:t> </a:t>
            </a:r>
            <a:r>
              <a:rPr dirty="0" sz="1050" spc="-30" b="1">
                <a:solidFill>
                  <a:srgbClr val="182349"/>
                </a:solidFill>
                <a:latin typeface="Arial"/>
                <a:cs typeface="Arial"/>
              </a:rPr>
              <a:t>Large</a:t>
            </a:r>
            <a:r>
              <a:rPr dirty="0" sz="1050" spc="-165" b="1">
                <a:solidFill>
                  <a:srgbClr val="182349"/>
                </a:solidFill>
                <a:latin typeface="Arial"/>
                <a:cs typeface="Arial"/>
              </a:rPr>
              <a:t> </a:t>
            </a:r>
            <a:r>
              <a:rPr dirty="0" sz="1050" spc="-40" b="1">
                <a:solidFill>
                  <a:srgbClr val="182349"/>
                </a:solidFill>
                <a:latin typeface="Arial"/>
                <a:cs typeface="Arial"/>
              </a:rPr>
              <a:t>Codebase</a:t>
            </a:r>
            <a:r>
              <a:rPr dirty="0" sz="1050" spc="-30" b="1">
                <a:solidFill>
                  <a:srgbClr val="182349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82349"/>
                </a:solidFill>
                <a:latin typeface="Arial"/>
                <a:cs typeface="Arial"/>
              </a:rPr>
              <a:t>Maintenance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84717" y="471230"/>
            <a:ext cx="935355" cy="48260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3175">
              <a:lnSpc>
                <a:spcPct val="90200"/>
              </a:lnSpc>
              <a:spcBef>
                <a:spcPts val="229"/>
              </a:spcBef>
            </a:pPr>
            <a:r>
              <a:rPr dirty="0" sz="1100" spc="30" b="1">
                <a:solidFill>
                  <a:srgbClr val="0F56B1"/>
                </a:solidFill>
                <a:latin typeface="Arial"/>
                <a:cs typeface="Arial"/>
              </a:rPr>
              <a:t>TATA </a:t>
            </a:r>
            <a:r>
              <a:rPr dirty="0" sz="1050" spc="-95" b="1">
                <a:solidFill>
                  <a:srgbClr val="244B9C"/>
                </a:solidFill>
                <a:latin typeface="Arial"/>
                <a:cs typeface="Arial"/>
              </a:rPr>
              <a:t>CONSULTANCY</a:t>
            </a:r>
            <a:r>
              <a:rPr dirty="0" sz="1050" spc="-10" b="1">
                <a:solidFill>
                  <a:srgbClr val="244B9C"/>
                </a:solidFill>
                <a:latin typeface="Arial"/>
                <a:cs typeface="Arial"/>
              </a:rPr>
              <a:t> SERVICES</a:t>
            </a:r>
            <a:endParaRPr sz="10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99027" y="1494152"/>
            <a:ext cx="3516629" cy="62420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3404870" algn="l"/>
              </a:tabLst>
            </a:pPr>
            <a:r>
              <a:rPr dirty="0" sz="1450" b="1">
                <a:solidFill>
                  <a:srgbClr val="DB464D"/>
                </a:solidFill>
                <a:latin typeface="Arial"/>
                <a:cs typeface="Arial"/>
              </a:rPr>
              <a:t>0</a:t>
            </a:r>
            <a:r>
              <a:rPr dirty="0" sz="1450" spc="475" b="1">
                <a:solidFill>
                  <a:srgbClr val="DB464D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AC444F"/>
                </a:solidFill>
                <a:latin typeface="Arial"/>
                <a:cs typeface="Arial"/>
              </a:rPr>
              <a:t>Problem</a:t>
            </a:r>
            <a:r>
              <a:rPr dirty="0" sz="750">
                <a:solidFill>
                  <a:srgbClr val="AC444F"/>
                </a:solidFill>
                <a:latin typeface="Arial"/>
                <a:cs typeface="Arial"/>
              </a:rPr>
              <a:t>	</a:t>
            </a:r>
            <a:r>
              <a:rPr dirty="0" sz="1450" spc="-50" b="1">
                <a:solidFill>
                  <a:srgbClr val="DB464D"/>
                </a:solidFill>
                <a:latin typeface="Arial"/>
                <a:cs typeface="Arial"/>
              </a:rPr>
              <a:t>0</a:t>
            </a:r>
            <a:endParaRPr sz="1450">
              <a:latin typeface="Arial"/>
              <a:cs typeface="Arial"/>
            </a:endParaRPr>
          </a:p>
          <a:p>
            <a:pPr marL="241935" marR="1948814">
              <a:lnSpc>
                <a:spcPct val="100000"/>
              </a:lnSpc>
              <a:spcBef>
                <a:spcPts val="75"/>
              </a:spcBef>
            </a:pPr>
            <a:r>
              <a:rPr dirty="0" sz="750" spc="-35">
                <a:solidFill>
                  <a:srgbClr val="414141"/>
                </a:solidFill>
                <a:latin typeface="Arial"/>
                <a:cs typeface="Arial"/>
              </a:rPr>
              <a:t>Legacy</a:t>
            </a:r>
            <a:r>
              <a:rPr dirty="0" sz="750" spc="6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35">
                <a:solidFill>
                  <a:srgbClr val="2F3131"/>
                </a:solidFill>
                <a:latin typeface="Arial"/>
                <a:cs typeface="Arial"/>
              </a:rPr>
              <a:t>J</a:t>
            </a:r>
            <a:r>
              <a:rPr dirty="0" sz="750" spc="-35">
                <a:solidFill>
                  <a:srgbClr val="505050"/>
                </a:solidFill>
                <a:latin typeface="Arial"/>
                <a:cs typeface="Arial"/>
              </a:rPr>
              <a:t>ava/Python</a:t>
            </a:r>
            <a:r>
              <a:rPr dirty="0" sz="750" spc="-75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codebases </a:t>
            </a:r>
            <a:r>
              <a:rPr dirty="0" sz="750" spc="-20">
                <a:solidFill>
                  <a:srgbClr val="414141"/>
                </a:solidFill>
                <a:latin typeface="Arial"/>
                <a:cs typeface="Arial"/>
              </a:rPr>
              <a:t>Manual</a:t>
            </a:r>
            <a:r>
              <a:rPr dirty="0" sz="750" spc="-3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code</a:t>
            </a:r>
            <a:r>
              <a:rPr dirty="0" sz="750" spc="-7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505050"/>
                </a:solidFill>
                <a:latin typeface="Arial"/>
                <a:cs typeface="Arial"/>
              </a:rPr>
              <a:t>reviews</a:t>
            </a:r>
            <a:r>
              <a:rPr dirty="0" sz="750" spc="-65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2F3131"/>
                </a:solidFill>
                <a:latin typeface="Arial"/>
                <a:cs typeface="Arial"/>
              </a:rPr>
              <a:t>take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414141"/>
                </a:solidFill>
                <a:latin typeface="Arial"/>
                <a:cs typeface="Arial"/>
              </a:rPr>
              <a:t>weeks</a:t>
            </a:r>
            <a:endParaRPr sz="7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60"/>
              </a:spcBef>
            </a:pP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High</a:t>
            </a:r>
            <a:r>
              <a:rPr dirty="0" sz="750" spc="-6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06060"/>
                </a:solidFill>
                <a:latin typeface="Arial"/>
                <a:cs typeface="Arial"/>
              </a:rPr>
              <a:t>risk</a:t>
            </a:r>
            <a:r>
              <a:rPr dirty="0" sz="750" spc="-95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505050"/>
                </a:solidFill>
                <a:latin typeface="Arial"/>
                <a:cs typeface="Arial"/>
              </a:rPr>
              <a:t>of</a:t>
            </a:r>
            <a:r>
              <a:rPr dirty="0" sz="750" spc="30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bugs</a:t>
            </a:r>
            <a:r>
              <a:rPr dirty="0" sz="750" spc="-9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0C0C0C"/>
                </a:solidFill>
                <a:latin typeface="Arial"/>
                <a:cs typeface="Arial"/>
              </a:rPr>
              <a:t>i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n</a:t>
            </a:r>
            <a:r>
              <a:rPr dirty="0" sz="750" spc="-2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06060"/>
                </a:solidFill>
                <a:latin typeface="Arial"/>
                <a:cs typeface="Arial"/>
              </a:rPr>
              <a:t>t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ransact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i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on</a:t>
            </a:r>
            <a:r>
              <a:rPr dirty="0" sz="750" spc="-100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systems</a:t>
            </a:r>
            <a:endParaRPr sz="7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2188" y="2679370"/>
            <a:ext cx="584835" cy="48768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310"/>
              </a:spcBef>
            </a:pPr>
            <a:r>
              <a:rPr dirty="0" sz="750" spc="-10">
                <a:solidFill>
                  <a:srgbClr val="2F3450"/>
                </a:solidFill>
                <a:latin typeface="Arial"/>
                <a:cs typeface="Arial"/>
              </a:rPr>
              <a:t>Clients: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700" spc="30" b="1">
                <a:solidFill>
                  <a:srgbClr val="0F9CD8"/>
                </a:solidFill>
                <a:latin typeface="Arial"/>
                <a:cs typeface="Arial"/>
              </a:rPr>
              <a:t>O</a:t>
            </a:r>
            <a:r>
              <a:rPr dirty="0" sz="1700" spc="30" b="1">
                <a:solidFill>
                  <a:srgbClr val="182349"/>
                </a:solidFill>
                <a:latin typeface="Arial"/>
                <a:cs typeface="Arial"/>
              </a:rPr>
              <a:t>SBI</a:t>
            </a:r>
            <a:endParaRPr sz="1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1564" y="4795705"/>
            <a:ext cx="10096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5">
                <a:solidFill>
                  <a:srgbClr val="244B9C"/>
                </a:solidFill>
                <a:latin typeface="Arial"/>
                <a:cs typeface="Arial"/>
              </a:rPr>
              <a:t>�</a:t>
            </a:r>
            <a:endParaRPr sz="7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99027" y="2172337"/>
            <a:ext cx="13335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50" b="1">
                <a:solidFill>
                  <a:srgbClr val="44953A"/>
                </a:solidFill>
                <a:latin typeface="Arial"/>
                <a:cs typeface="Arial"/>
              </a:rPr>
              <a:t>0</a:t>
            </a:r>
            <a:endParaRPr sz="14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10863" y="2187317"/>
            <a:ext cx="1557655" cy="56515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750">
                <a:solidFill>
                  <a:srgbClr val="426944"/>
                </a:solidFill>
                <a:latin typeface="Arial"/>
                <a:cs typeface="Arial"/>
              </a:rPr>
              <a:t>Our</a:t>
            </a:r>
            <a:r>
              <a:rPr dirty="0" sz="750" spc="65">
                <a:solidFill>
                  <a:srgbClr val="426944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26944"/>
                </a:solidFill>
                <a:latin typeface="Arial"/>
                <a:cs typeface="Arial"/>
              </a:rPr>
              <a:t>So</a:t>
            </a:r>
            <a:r>
              <a:rPr dirty="0" sz="750" spc="-10">
                <a:solidFill>
                  <a:srgbClr val="214421"/>
                </a:solidFill>
                <a:latin typeface="Arial"/>
                <a:cs typeface="Arial"/>
              </a:rPr>
              <a:t>l</a:t>
            </a:r>
            <a:r>
              <a:rPr dirty="0" sz="750" spc="-10">
                <a:solidFill>
                  <a:srgbClr val="426944"/>
                </a:solidFill>
                <a:latin typeface="Arial"/>
                <a:cs typeface="Arial"/>
              </a:rPr>
              <a:t>ution</a:t>
            </a:r>
            <a:endParaRPr sz="750">
              <a:latin typeface="Arial"/>
              <a:cs typeface="Arial"/>
            </a:endParaRPr>
          </a:p>
          <a:p>
            <a:pPr marL="33020" marR="421640" indent="-2540">
              <a:lnSpc>
                <a:spcPct val="106100"/>
              </a:lnSpc>
              <a:spcBef>
                <a:spcPts val="215"/>
              </a:spcBef>
            </a:pP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Auto</a:t>
            </a:r>
            <a:r>
              <a:rPr dirty="0" sz="750">
                <a:solidFill>
                  <a:srgbClr val="1F1F1F"/>
                </a:solidFill>
                <a:latin typeface="Arial"/>
                <a:cs typeface="Arial"/>
              </a:rPr>
              <a:t>-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analyze</a:t>
            </a:r>
            <a:r>
              <a:rPr dirty="0" sz="750" spc="-6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1F1F"/>
                </a:solidFill>
                <a:latin typeface="Arial"/>
                <a:cs typeface="Arial"/>
              </a:rPr>
              <a:t>l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egacy</a:t>
            </a:r>
            <a:r>
              <a:rPr dirty="0" sz="750" spc="1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414141"/>
                </a:solidFill>
                <a:latin typeface="Arial"/>
                <a:cs typeface="Arial"/>
              </a:rPr>
              <a:t>code</a:t>
            </a:r>
            <a:r>
              <a:rPr dirty="0" sz="750" spc="50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2F3131"/>
                </a:solidFill>
                <a:latin typeface="Arial"/>
                <a:cs typeface="Arial"/>
              </a:rPr>
              <a:t>Suggest</a:t>
            </a:r>
            <a:r>
              <a:rPr dirty="0" sz="750" spc="-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improveme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nt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s</a:t>
            </a:r>
            <a:endParaRPr sz="7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Generate</a:t>
            </a:r>
            <a:r>
              <a:rPr dirty="0" sz="750" spc="2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te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st</a:t>
            </a:r>
            <a:r>
              <a:rPr dirty="0" sz="750" spc="30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cases</a:t>
            </a:r>
            <a:r>
              <a:rPr dirty="0" sz="750" spc="-6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fo</a:t>
            </a:r>
            <a:r>
              <a:rPr dirty="0" sz="750">
                <a:solidFill>
                  <a:srgbClr val="1F1F1F"/>
                </a:solidFill>
                <a:latin typeface="Arial"/>
                <a:cs typeface="Arial"/>
              </a:rPr>
              <a:t>r</a:t>
            </a:r>
            <a:r>
              <a:rPr dirty="0" sz="750" spc="-1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critical</a:t>
            </a:r>
            <a:r>
              <a:rPr dirty="0" sz="750" spc="-4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505050"/>
                </a:solidFill>
                <a:latin typeface="Arial"/>
                <a:cs typeface="Arial"/>
              </a:rPr>
              <a:t>f</a:t>
            </a:r>
            <a:r>
              <a:rPr dirty="0" sz="750" spc="-20">
                <a:solidFill>
                  <a:srgbClr val="2F3131"/>
                </a:solidFill>
                <a:latin typeface="Arial"/>
                <a:cs typeface="Arial"/>
              </a:rPr>
              <a:t>lows</a:t>
            </a:r>
            <a:endParaRPr sz="7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53622" y="2854577"/>
            <a:ext cx="1433195" cy="565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95"/>
              </a:lnSpc>
              <a:tabLst>
                <a:tab pos="271780" algn="l"/>
              </a:tabLst>
            </a:pPr>
            <a:r>
              <a:rPr dirty="0" sz="1400" spc="-50" b="1" i="1">
                <a:solidFill>
                  <a:srgbClr val="6B3B97"/>
                </a:solidFill>
                <a:latin typeface="Arial"/>
                <a:cs typeface="Arial"/>
              </a:rPr>
              <a:t>0</a:t>
            </a:r>
            <a:r>
              <a:rPr dirty="0" sz="1400" b="1" i="1">
                <a:solidFill>
                  <a:srgbClr val="6B3B97"/>
                </a:solidFill>
                <a:latin typeface="Arial"/>
                <a:cs typeface="Arial"/>
              </a:rPr>
              <a:t>	</a:t>
            </a:r>
            <a:r>
              <a:rPr dirty="0" sz="750" spc="-10">
                <a:solidFill>
                  <a:srgbClr val="2F3450"/>
                </a:solidFill>
                <a:latin typeface="Arial"/>
                <a:cs typeface="Arial"/>
              </a:rPr>
              <a:t>I</a:t>
            </a:r>
            <a:r>
              <a:rPr dirty="0" sz="750" spc="-10">
                <a:solidFill>
                  <a:srgbClr val="4F3875"/>
                </a:solidFill>
                <a:latin typeface="Arial"/>
                <a:cs typeface="Arial"/>
              </a:rPr>
              <a:t>mpact</a:t>
            </a:r>
            <a:endParaRPr sz="750">
              <a:latin typeface="Arial"/>
              <a:cs typeface="Arial"/>
            </a:endParaRPr>
          </a:p>
          <a:p>
            <a:pPr marL="283210" marR="5080" indent="3175">
              <a:lnSpc>
                <a:spcPct val="106100"/>
              </a:lnSpc>
              <a:spcBef>
                <a:spcPts val="80"/>
              </a:spcBef>
            </a:pP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Faster</a:t>
            </a:r>
            <a:r>
              <a:rPr dirty="0" sz="750" spc="-2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re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lease</a:t>
            </a:r>
            <a:r>
              <a:rPr dirty="0" sz="750" spc="-45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c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ycles </a:t>
            </a:r>
            <a:r>
              <a:rPr dirty="0" sz="750" spc="10">
                <a:solidFill>
                  <a:srgbClr val="414141"/>
                </a:solidFill>
                <a:latin typeface="Arial"/>
                <a:cs typeface="Arial"/>
              </a:rPr>
              <a:t>Reduced</a:t>
            </a:r>
            <a:r>
              <a:rPr dirty="0" sz="750" spc="-6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414141"/>
                </a:solidFill>
                <a:latin typeface="Arial"/>
                <a:cs typeface="Arial"/>
              </a:rPr>
              <a:t>p</a:t>
            </a:r>
            <a:r>
              <a:rPr dirty="0" sz="750" spc="20">
                <a:solidFill>
                  <a:srgbClr val="1F1F1F"/>
                </a:solidFill>
                <a:latin typeface="Arial"/>
                <a:cs typeface="Arial"/>
              </a:rPr>
              <a:t>r</a:t>
            </a:r>
            <a:r>
              <a:rPr dirty="0" sz="750" spc="20">
                <a:solidFill>
                  <a:srgbClr val="505050"/>
                </a:solidFill>
                <a:latin typeface="Arial"/>
                <a:cs typeface="Arial"/>
              </a:rPr>
              <a:t>o</a:t>
            </a:r>
            <a:r>
              <a:rPr dirty="0" sz="750" spc="20">
                <a:solidFill>
                  <a:srgbClr val="2F3131"/>
                </a:solidFill>
                <a:latin typeface="Arial"/>
                <a:cs typeface="Arial"/>
              </a:rPr>
              <a:t>duc</a:t>
            </a:r>
            <a:r>
              <a:rPr dirty="0" sz="750" spc="20">
                <a:solidFill>
                  <a:srgbClr val="505050"/>
                </a:solidFill>
                <a:latin typeface="Arial"/>
                <a:cs typeface="Arial"/>
              </a:rPr>
              <a:t>t</a:t>
            </a:r>
            <a:r>
              <a:rPr dirty="0" sz="750" spc="20">
                <a:solidFill>
                  <a:srgbClr val="2F3131"/>
                </a:solidFill>
                <a:latin typeface="Arial"/>
                <a:cs typeface="Arial"/>
              </a:rPr>
              <a:t>ion</a:t>
            </a:r>
            <a:r>
              <a:rPr dirty="0" sz="750" spc="-1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414141"/>
                </a:solidFill>
                <a:latin typeface="Arial"/>
                <a:cs typeface="Arial"/>
              </a:rPr>
              <a:t>bugs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Cost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savings</a:t>
            </a:r>
            <a:r>
              <a:rPr dirty="0" sz="750" spc="-3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0C0C0C"/>
                </a:solidFill>
                <a:latin typeface="Arial"/>
                <a:cs typeface="Arial"/>
              </a:rPr>
              <a:t>in</a:t>
            </a:r>
            <a:r>
              <a:rPr dirty="0" sz="750" spc="8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750" spc="-35">
                <a:solidFill>
                  <a:srgbClr val="2F3131"/>
                </a:solidFill>
                <a:latin typeface="Arial"/>
                <a:cs typeface="Arial"/>
              </a:rPr>
              <a:t>QA</a:t>
            </a:r>
            <a:endParaRPr sz="7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0379" y="3462304"/>
            <a:ext cx="2110740" cy="575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80" b="1">
                <a:solidFill>
                  <a:srgbClr val="0F56B1"/>
                </a:solidFill>
                <a:latin typeface="Arial"/>
                <a:cs typeface="Arial"/>
              </a:rPr>
              <a:t>a</a:t>
            </a:r>
            <a:r>
              <a:rPr dirty="0" sz="3600" spc="-285" b="1">
                <a:solidFill>
                  <a:srgbClr val="0F56B1"/>
                </a:solidFill>
                <a:latin typeface="Arial"/>
                <a:cs typeface="Arial"/>
              </a:rPr>
              <a:t> </a:t>
            </a:r>
            <a:r>
              <a:rPr dirty="0" sz="1050" spc="60" b="1">
                <a:solidFill>
                  <a:srgbClr val="182349"/>
                </a:solidFill>
                <a:latin typeface="Arial"/>
                <a:cs typeface="Arial"/>
              </a:rPr>
              <a:t>Cloud</a:t>
            </a:r>
            <a:r>
              <a:rPr dirty="0" sz="1050" spc="-5" b="1">
                <a:solidFill>
                  <a:srgbClr val="182349"/>
                </a:solidFill>
                <a:latin typeface="Arial"/>
                <a:cs typeface="Arial"/>
              </a:rPr>
              <a:t> </a:t>
            </a:r>
            <a:r>
              <a:rPr dirty="0" sz="1050" spc="60" b="1">
                <a:solidFill>
                  <a:srgbClr val="182349"/>
                </a:solidFill>
                <a:latin typeface="Arial"/>
                <a:cs typeface="Arial"/>
              </a:rPr>
              <a:t>Migration</a:t>
            </a:r>
            <a:r>
              <a:rPr dirty="0" sz="1050" spc="-10" b="1">
                <a:solidFill>
                  <a:srgbClr val="182349"/>
                </a:solidFill>
                <a:latin typeface="Arial"/>
                <a:cs typeface="Arial"/>
              </a:rPr>
              <a:t> Projects</a:t>
            </a:r>
            <a:endParaRPr sz="10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72103" y="4114963"/>
            <a:ext cx="1745614" cy="551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55"/>
              </a:lnSpc>
            </a:pPr>
            <a:r>
              <a:rPr dirty="0" sz="1450" b="1">
                <a:solidFill>
                  <a:srgbClr val="DB464D"/>
                </a:solidFill>
                <a:latin typeface="Arial"/>
                <a:cs typeface="Arial"/>
              </a:rPr>
              <a:t>0</a:t>
            </a:r>
            <a:r>
              <a:rPr dirty="0" sz="1450" spc="470" b="1">
                <a:solidFill>
                  <a:srgbClr val="DB464D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AC444F"/>
                </a:solidFill>
                <a:latin typeface="Arial"/>
                <a:cs typeface="Arial"/>
              </a:rPr>
              <a:t>Problem</a:t>
            </a:r>
            <a:endParaRPr sz="750">
              <a:latin typeface="Arial"/>
              <a:cs typeface="Arial"/>
            </a:endParaRPr>
          </a:p>
          <a:p>
            <a:pPr marL="241935" marR="5080" indent="2540">
              <a:lnSpc>
                <a:spcPct val="100000"/>
              </a:lnSpc>
              <a:spcBef>
                <a:spcPts val="75"/>
              </a:spcBef>
            </a:pPr>
            <a:r>
              <a:rPr dirty="0" sz="750" spc="10">
                <a:solidFill>
                  <a:srgbClr val="414141"/>
                </a:solidFill>
                <a:latin typeface="Arial"/>
                <a:cs typeface="Arial"/>
              </a:rPr>
              <a:t>O</a:t>
            </a:r>
            <a:r>
              <a:rPr dirty="0" sz="750" spc="10">
                <a:solidFill>
                  <a:srgbClr val="1F1F1F"/>
                </a:solidFill>
                <a:latin typeface="Arial"/>
                <a:cs typeface="Arial"/>
              </a:rPr>
              <a:t>l</a:t>
            </a:r>
            <a:r>
              <a:rPr dirty="0" sz="750" spc="10">
                <a:solidFill>
                  <a:srgbClr val="414141"/>
                </a:solidFill>
                <a:latin typeface="Arial"/>
                <a:cs typeface="Arial"/>
              </a:rPr>
              <a:t>d</a:t>
            </a:r>
            <a:r>
              <a:rPr dirty="0" sz="750" spc="-1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2F3131"/>
                </a:solidFill>
                <a:latin typeface="Arial"/>
                <a:cs typeface="Arial"/>
              </a:rPr>
              <a:t>mo</a:t>
            </a:r>
            <a:r>
              <a:rPr dirty="0" sz="750" spc="10">
                <a:solidFill>
                  <a:srgbClr val="505050"/>
                </a:solidFill>
                <a:latin typeface="Arial"/>
                <a:cs typeface="Arial"/>
              </a:rPr>
              <a:t>nol</a:t>
            </a:r>
            <a:r>
              <a:rPr dirty="0" sz="750" spc="10">
                <a:solidFill>
                  <a:srgbClr val="1F1F1F"/>
                </a:solidFill>
                <a:latin typeface="Arial"/>
                <a:cs typeface="Arial"/>
              </a:rPr>
              <a:t>i</a:t>
            </a:r>
            <a:r>
              <a:rPr dirty="0" sz="750" spc="10">
                <a:solidFill>
                  <a:srgbClr val="505050"/>
                </a:solidFill>
                <a:latin typeface="Arial"/>
                <a:cs typeface="Arial"/>
              </a:rPr>
              <a:t>t</a:t>
            </a:r>
            <a:r>
              <a:rPr dirty="0" sz="750" spc="10">
                <a:solidFill>
                  <a:srgbClr val="2F3131"/>
                </a:solidFill>
                <a:latin typeface="Arial"/>
                <a:cs typeface="Arial"/>
              </a:rPr>
              <a:t>hic</a:t>
            </a:r>
            <a:r>
              <a:rPr dirty="0" sz="750" spc="-5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505050"/>
                </a:solidFill>
                <a:latin typeface="Arial"/>
                <a:cs typeface="Arial"/>
              </a:rPr>
              <a:t>code</a:t>
            </a:r>
            <a:r>
              <a:rPr dirty="0" sz="750" spc="-114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600" spc="10">
                <a:solidFill>
                  <a:srgbClr val="505050"/>
                </a:solidFill>
                <a:latin typeface="Arial"/>
                <a:cs typeface="Arial"/>
              </a:rPr>
              <a:t>➔</a:t>
            </a:r>
            <a:r>
              <a:rPr dirty="0" sz="600" spc="180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cloud-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native 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Poor</a:t>
            </a:r>
            <a:r>
              <a:rPr dirty="0" sz="750" spc="-2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documentation</a:t>
            </a:r>
            <a:r>
              <a:rPr dirty="0" sz="750" spc="5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414141"/>
                </a:solidFill>
                <a:latin typeface="Arial"/>
                <a:cs typeface="Arial"/>
              </a:rPr>
              <a:t>&amp;</a:t>
            </a:r>
            <a:endParaRPr sz="8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  <a:spcBef>
                <a:spcPts val="50"/>
              </a:spcBef>
            </a:pP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outdated</a:t>
            </a:r>
            <a:r>
              <a:rPr dirty="0" sz="750" spc="-1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patterns</a:t>
            </a:r>
            <a:endParaRPr sz="7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72103" y="4735043"/>
            <a:ext cx="1641475" cy="551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55"/>
              </a:lnSpc>
            </a:pPr>
            <a:r>
              <a:rPr dirty="0" sz="1450" spc="10" b="1">
                <a:solidFill>
                  <a:srgbClr val="44953A"/>
                </a:solidFill>
                <a:latin typeface="Arial"/>
                <a:cs typeface="Arial"/>
              </a:rPr>
              <a:t>0</a:t>
            </a:r>
            <a:r>
              <a:rPr dirty="0" sz="1450" spc="55" b="1">
                <a:solidFill>
                  <a:srgbClr val="44953A"/>
                </a:solidFill>
                <a:latin typeface="Arial"/>
                <a:cs typeface="Arial"/>
              </a:rPr>
              <a:t>  </a:t>
            </a:r>
            <a:r>
              <a:rPr dirty="0" sz="750" spc="10">
                <a:solidFill>
                  <a:srgbClr val="426944"/>
                </a:solidFill>
                <a:latin typeface="Arial"/>
                <a:cs typeface="Arial"/>
              </a:rPr>
              <a:t>Our</a:t>
            </a:r>
            <a:r>
              <a:rPr dirty="0" sz="750" spc="-85">
                <a:solidFill>
                  <a:srgbClr val="426944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26944"/>
                </a:solidFill>
                <a:latin typeface="Arial"/>
                <a:cs typeface="Arial"/>
              </a:rPr>
              <a:t>So</a:t>
            </a:r>
            <a:r>
              <a:rPr dirty="0" sz="750" spc="-10">
                <a:solidFill>
                  <a:srgbClr val="214421"/>
                </a:solidFill>
                <a:latin typeface="Arial"/>
                <a:cs typeface="Arial"/>
              </a:rPr>
              <a:t>l</a:t>
            </a:r>
            <a:r>
              <a:rPr dirty="0" sz="750" spc="-10">
                <a:solidFill>
                  <a:srgbClr val="426944"/>
                </a:solidFill>
                <a:latin typeface="Arial"/>
                <a:cs typeface="Arial"/>
              </a:rPr>
              <a:t>ution</a:t>
            </a:r>
            <a:endParaRPr sz="750">
              <a:latin typeface="Arial"/>
              <a:cs typeface="Arial"/>
            </a:endParaRPr>
          </a:p>
          <a:p>
            <a:pPr marL="240029" marR="5080" indent="3810">
              <a:lnSpc>
                <a:spcPct val="106100"/>
              </a:lnSpc>
              <a:spcBef>
                <a:spcPts val="20"/>
              </a:spcBef>
            </a:pPr>
            <a:r>
              <a:rPr dirty="0" sz="750" spc="10">
                <a:solidFill>
                  <a:srgbClr val="414141"/>
                </a:solidFill>
                <a:latin typeface="Arial"/>
                <a:cs typeface="Arial"/>
              </a:rPr>
              <a:t>Code</a:t>
            </a:r>
            <a:r>
              <a:rPr dirty="0" sz="750" spc="-14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2F3131"/>
                </a:solidFill>
                <a:latin typeface="Arial"/>
                <a:cs typeface="Arial"/>
              </a:rPr>
              <a:t>e</a:t>
            </a:r>
            <a:r>
              <a:rPr dirty="0" sz="750" spc="10">
                <a:solidFill>
                  <a:srgbClr val="505050"/>
                </a:solidFill>
                <a:latin typeface="Arial"/>
                <a:cs typeface="Arial"/>
              </a:rPr>
              <a:t>nh</a:t>
            </a:r>
            <a:r>
              <a:rPr dirty="0" sz="750" spc="10">
                <a:solidFill>
                  <a:srgbClr val="2F3131"/>
                </a:solidFill>
                <a:latin typeface="Arial"/>
                <a:cs typeface="Arial"/>
              </a:rPr>
              <a:t>ancement</a:t>
            </a:r>
            <a:r>
              <a:rPr dirty="0" sz="750" spc="2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suggest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i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ons </a:t>
            </a:r>
            <a:r>
              <a:rPr dirty="0" sz="750">
                <a:solidFill>
                  <a:srgbClr val="1F1F1F"/>
                </a:solidFill>
                <a:latin typeface="Arial"/>
                <a:cs typeface="Arial"/>
              </a:rPr>
              <a:t>Refactor</a:t>
            </a:r>
            <a:r>
              <a:rPr dirty="0" sz="750" spc="8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recomme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n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da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tio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n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s 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Identi</a:t>
            </a:r>
            <a:r>
              <a:rPr dirty="0" sz="750">
                <a:solidFill>
                  <a:srgbClr val="505050"/>
                </a:solidFill>
                <a:latin typeface="Arial"/>
                <a:cs typeface="Arial"/>
              </a:rPr>
              <a:t>fy</a:t>
            </a:r>
            <a:r>
              <a:rPr dirty="0" sz="750" spc="195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outdated</a:t>
            </a:r>
            <a:r>
              <a:rPr dirty="0" sz="750" spc="6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patterns</a:t>
            </a:r>
            <a:endParaRPr sz="7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26697" y="5355127"/>
            <a:ext cx="1337310" cy="578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45"/>
              </a:lnSpc>
              <a:tabLst>
                <a:tab pos="271780" algn="l"/>
              </a:tabLst>
            </a:pPr>
            <a:r>
              <a:rPr dirty="0" sz="1400" spc="-50" b="1" i="1">
                <a:solidFill>
                  <a:srgbClr val="6B3B97"/>
                </a:solidFill>
                <a:latin typeface="Arial"/>
                <a:cs typeface="Arial"/>
              </a:rPr>
              <a:t>0</a:t>
            </a:r>
            <a:r>
              <a:rPr dirty="0" sz="1400" b="1" i="1">
                <a:solidFill>
                  <a:srgbClr val="6B3B97"/>
                </a:solidFill>
                <a:latin typeface="Arial"/>
                <a:cs typeface="Arial"/>
              </a:rPr>
              <a:t>	</a:t>
            </a:r>
            <a:r>
              <a:rPr dirty="0" sz="750" spc="-10">
                <a:solidFill>
                  <a:srgbClr val="5E4880"/>
                </a:solidFill>
                <a:latin typeface="Arial"/>
                <a:cs typeface="Arial"/>
              </a:rPr>
              <a:t>Impact</a:t>
            </a:r>
            <a:endParaRPr sz="75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  <a:spcBef>
                <a:spcPts val="85"/>
              </a:spcBef>
            </a:pP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Faster</a:t>
            </a:r>
            <a:r>
              <a:rPr dirty="0" sz="750" spc="-4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mig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r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ation</a:t>
            </a:r>
            <a:endParaRPr sz="750">
              <a:latin typeface="Arial"/>
              <a:cs typeface="Arial"/>
            </a:endParaRPr>
          </a:p>
          <a:p>
            <a:pPr marL="287020" marR="5080">
              <a:lnSpc>
                <a:spcPct val="117900"/>
              </a:lnSpc>
            </a:pP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Be</a:t>
            </a:r>
            <a:r>
              <a:rPr dirty="0" sz="750">
                <a:solidFill>
                  <a:srgbClr val="606060"/>
                </a:solidFill>
                <a:latin typeface="Arial"/>
                <a:cs typeface="Arial"/>
              </a:rPr>
              <a:t>tt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er</a:t>
            </a:r>
            <a:r>
              <a:rPr dirty="0" sz="750" spc="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cloud-ready</a:t>
            </a:r>
            <a:r>
              <a:rPr dirty="0" sz="750" spc="7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414141"/>
                </a:solidFill>
                <a:latin typeface="Arial"/>
                <a:cs typeface="Arial"/>
              </a:rPr>
              <a:t>code</a:t>
            </a:r>
            <a:r>
              <a:rPr dirty="0" sz="750" spc="1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2F3131"/>
                </a:solidFill>
                <a:latin typeface="Arial"/>
                <a:cs typeface="Arial"/>
              </a:rPr>
              <a:t>Reduced</a:t>
            </a:r>
            <a:r>
              <a:rPr dirty="0" sz="750" spc="60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r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ewo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r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k</a:t>
            </a:r>
            <a:endParaRPr sz="7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00666" y="1573974"/>
            <a:ext cx="1127760" cy="66611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750" spc="-10">
                <a:solidFill>
                  <a:srgbClr val="AC444F"/>
                </a:solidFill>
                <a:latin typeface="Arial"/>
                <a:cs typeface="Arial"/>
              </a:rPr>
              <a:t>Problem</a:t>
            </a:r>
            <a:endParaRPr sz="750">
              <a:latin typeface="Arial"/>
              <a:cs typeface="Arial"/>
            </a:endParaRPr>
          </a:p>
          <a:p>
            <a:pPr marL="24130" marR="5080" indent="1270">
              <a:lnSpc>
                <a:spcPct val="104200"/>
              </a:lnSpc>
              <a:spcBef>
                <a:spcPts val="175"/>
              </a:spcBef>
            </a:pP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Mult</a:t>
            </a:r>
            <a:r>
              <a:rPr dirty="0" sz="750">
                <a:solidFill>
                  <a:srgbClr val="1F1F1F"/>
                </a:solidFill>
                <a:latin typeface="Arial"/>
                <a:cs typeface="Arial"/>
              </a:rPr>
              <a:t>ipl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e</a:t>
            </a:r>
            <a:r>
              <a:rPr dirty="0" sz="750" spc="1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414141"/>
                </a:solidFill>
                <a:latin typeface="Arial"/>
                <a:cs typeface="Arial"/>
              </a:rPr>
              <a:t>teams</a:t>
            </a:r>
            <a:r>
              <a:rPr dirty="0" sz="750" spc="2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work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in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g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505050"/>
                </a:solidFill>
                <a:latin typeface="Arial"/>
                <a:cs typeface="Arial"/>
              </a:rPr>
              <a:t>o</a:t>
            </a:r>
            <a:r>
              <a:rPr dirty="0" sz="750" spc="-25">
                <a:solidFill>
                  <a:srgbClr val="2F3131"/>
                </a:solidFill>
                <a:latin typeface="Arial"/>
                <a:cs typeface="Arial"/>
              </a:rPr>
              <a:t>n</a:t>
            </a:r>
            <a:r>
              <a:rPr dirty="0" sz="750" spc="500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30">
                <a:solidFill>
                  <a:srgbClr val="2F3131"/>
                </a:solidFill>
                <a:latin typeface="Arial"/>
                <a:cs typeface="Arial"/>
              </a:rPr>
              <a:t>same</a:t>
            </a:r>
            <a:r>
              <a:rPr dirty="0" sz="750" spc="-60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r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epository </a:t>
            </a:r>
            <a:r>
              <a:rPr dirty="0" sz="750">
                <a:solidFill>
                  <a:srgbClr val="505050"/>
                </a:solidFill>
                <a:latin typeface="Arial"/>
                <a:cs typeface="Arial"/>
              </a:rPr>
              <a:t>In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consis</a:t>
            </a:r>
            <a:r>
              <a:rPr dirty="0" sz="750">
                <a:solidFill>
                  <a:srgbClr val="505050"/>
                </a:solidFill>
                <a:latin typeface="Arial"/>
                <a:cs typeface="Arial"/>
              </a:rPr>
              <a:t>tent </a:t>
            </a:r>
            <a:r>
              <a:rPr dirty="0" sz="750" spc="10">
                <a:solidFill>
                  <a:srgbClr val="2F3131"/>
                </a:solidFill>
                <a:latin typeface="Arial"/>
                <a:cs typeface="Arial"/>
              </a:rPr>
              <a:t>code</a:t>
            </a:r>
            <a:r>
              <a:rPr dirty="0" sz="750" spc="-12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qua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lit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y 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Cod</a:t>
            </a:r>
            <a:r>
              <a:rPr dirty="0" sz="750">
                <a:solidFill>
                  <a:srgbClr val="505050"/>
                </a:solidFill>
                <a:latin typeface="Arial"/>
                <a:cs typeface="Arial"/>
              </a:rPr>
              <a:t>e</a:t>
            </a:r>
            <a:r>
              <a:rPr dirty="0" sz="750" spc="-105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review</a:t>
            </a:r>
            <a:r>
              <a:rPr dirty="0" sz="750" spc="-15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bott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l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enecks</a:t>
            </a:r>
            <a:endParaRPr sz="7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91596" y="2315375"/>
            <a:ext cx="1626870" cy="551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55"/>
              </a:lnSpc>
            </a:pPr>
            <a:r>
              <a:rPr dirty="0" sz="1450" b="1">
                <a:solidFill>
                  <a:srgbClr val="44953A"/>
                </a:solidFill>
                <a:latin typeface="Arial"/>
                <a:cs typeface="Arial"/>
              </a:rPr>
              <a:t>0</a:t>
            </a:r>
            <a:r>
              <a:rPr dirty="0" sz="1450" spc="40" b="1">
                <a:solidFill>
                  <a:srgbClr val="44953A"/>
                </a:solidFill>
                <a:latin typeface="Arial"/>
                <a:cs typeface="Arial"/>
              </a:rPr>
              <a:t>  </a:t>
            </a:r>
            <a:r>
              <a:rPr dirty="0" sz="750">
                <a:solidFill>
                  <a:srgbClr val="426944"/>
                </a:solidFill>
                <a:latin typeface="Arial"/>
                <a:cs typeface="Arial"/>
              </a:rPr>
              <a:t>Our</a:t>
            </a:r>
            <a:r>
              <a:rPr dirty="0" sz="750" spc="-30">
                <a:solidFill>
                  <a:srgbClr val="426944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26944"/>
                </a:solidFill>
                <a:latin typeface="Arial"/>
                <a:cs typeface="Arial"/>
              </a:rPr>
              <a:t>Solut</a:t>
            </a:r>
            <a:r>
              <a:rPr dirty="0" sz="750" spc="-10">
                <a:solidFill>
                  <a:srgbClr val="214421"/>
                </a:solidFill>
                <a:latin typeface="Arial"/>
                <a:cs typeface="Arial"/>
              </a:rPr>
              <a:t>i</a:t>
            </a:r>
            <a:r>
              <a:rPr dirty="0" sz="750" spc="-10">
                <a:solidFill>
                  <a:srgbClr val="426944"/>
                </a:solidFill>
                <a:latin typeface="Arial"/>
                <a:cs typeface="Arial"/>
              </a:rPr>
              <a:t>on</a:t>
            </a:r>
            <a:endParaRPr sz="750">
              <a:latin typeface="Arial"/>
              <a:cs typeface="Arial"/>
            </a:endParaRPr>
          </a:p>
          <a:p>
            <a:pPr marL="238125" marR="71120" indent="4445">
              <a:lnSpc>
                <a:spcPct val="106100"/>
              </a:lnSpc>
              <a:spcBef>
                <a:spcPts val="20"/>
              </a:spcBef>
            </a:pP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Al-powered</a:t>
            </a:r>
            <a:r>
              <a:rPr dirty="0" sz="750" spc="-3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505050"/>
                </a:solidFill>
                <a:latin typeface="Arial"/>
                <a:cs typeface="Arial"/>
              </a:rPr>
              <a:t>pre</a:t>
            </a:r>
            <a:r>
              <a:rPr dirty="0" sz="750" spc="-20">
                <a:solidFill>
                  <a:srgbClr val="2F3131"/>
                </a:solidFill>
                <a:latin typeface="Arial"/>
                <a:cs typeface="Arial"/>
              </a:rPr>
              <a:t>-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r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eview</a:t>
            </a:r>
            <a:r>
              <a:rPr dirty="0" sz="750" spc="-5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505050"/>
                </a:solidFill>
                <a:latin typeface="Arial"/>
                <a:cs typeface="Arial"/>
              </a:rPr>
              <a:t>ass</a:t>
            </a:r>
            <a:r>
              <a:rPr dirty="0" sz="750" spc="-20">
                <a:solidFill>
                  <a:srgbClr val="1F1F1F"/>
                </a:solidFill>
                <a:latin typeface="Arial"/>
                <a:cs typeface="Arial"/>
              </a:rPr>
              <a:t>i</a:t>
            </a:r>
            <a:r>
              <a:rPr dirty="0" sz="750" spc="-20">
                <a:solidFill>
                  <a:srgbClr val="505050"/>
                </a:solidFill>
                <a:latin typeface="Arial"/>
                <a:cs typeface="Arial"/>
              </a:rPr>
              <a:t>stant</a:t>
            </a:r>
            <a:r>
              <a:rPr dirty="0" sz="750" spc="500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750" spc="-30">
                <a:solidFill>
                  <a:srgbClr val="414141"/>
                </a:solidFill>
                <a:latin typeface="Arial"/>
                <a:cs typeface="Arial"/>
              </a:rPr>
              <a:t>Standardized</a:t>
            </a:r>
            <a:r>
              <a:rPr dirty="0" sz="750" spc="3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s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ugge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s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t</a:t>
            </a:r>
            <a:r>
              <a:rPr dirty="0" sz="750" spc="-10">
                <a:solidFill>
                  <a:srgbClr val="606060"/>
                </a:solidFill>
                <a:latin typeface="Arial"/>
                <a:cs typeface="Arial"/>
              </a:rPr>
              <a:t>i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ons</a:t>
            </a:r>
            <a:endParaRPr sz="750">
              <a:latin typeface="Arial"/>
              <a:cs typeface="Arial"/>
            </a:endParaRPr>
          </a:p>
          <a:p>
            <a:pPr marL="242570">
              <a:lnSpc>
                <a:spcPct val="100000"/>
              </a:lnSpc>
              <a:spcBef>
                <a:spcPts val="55"/>
              </a:spcBef>
            </a:pPr>
            <a:r>
              <a:rPr dirty="0" sz="750" spc="-25">
                <a:solidFill>
                  <a:srgbClr val="505050"/>
                </a:solidFill>
                <a:latin typeface="Arial"/>
                <a:cs typeface="Arial"/>
              </a:rPr>
              <a:t>Auto-enhanc</a:t>
            </a:r>
            <a:r>
              <a:rPr dirty="0" sz="750" spc="-25">
                <a:solidFill>
                  <a:srgbClr val="2F3131"/>
                </a:solidFill>
                <a:latin typeface="Arial"/>
                <a:cs typeface="Arial"/>
              </a:rPr>
              <a:t>e</a:t>
            </a:r>
            <a:r>
              <a:rPr dirty="0" sz="750" spc="-25">
                <a:solidFill>
                  <a:srgbClr val="505050"/>
                </a:solidFill>
                <a:latin typeface="Arial"/>
                <a:cs typeface="Arial"/>
              </a:rPr>
              <a:t>ment</a:t>
            </a:r>
            <a:r>
              <a:rPr dirty="0" sz="750" spc="-30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505050"/>
                </a:solidFill>
                <a:latin typeface="Arial"/>
                <a:cs typeface="Arial"/>
              </a:rPr>
              <a:t>of</a:t>
            </a:r>
            <a:r>
              <a:rPr dirty="0" sz="750" spc="40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code</a:t>
            </a:r>
            <a:r>
              <a:rPr dirty="0" sz="750" spc="-11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q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uality</a:t>
            </a:r>
            <a:endParaRPr sz="7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139589" y="2928717"/>
            <a:ext cx="1483360" cy="578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95"/>
              </a:lnSpc>
              <a:tabLst>
                <a:tab pos="271780" algn="l"/>
              </a:tabLst>
            </a:pPr>
            <a:r>
              <a:rPr dirty="0" sz="1400" spc="-50" b="1">
                <a:solidFill>
                  <a:srgbClr val="6B3B97"/>
                </a:solidFill>
                <a:latin typeface="Arial"/>
                <a:cs typeface="Arial"/>
              </a:rPr>
              <a:t>0</a:t>
            </a:r>
            <a:r>
              <a:rPr dirty="0" sz="1400" b="1">
                <a:solidFill>
                  <a:srgbClr val="6B3B97"/>
                </a:solidFill>
                <a:latin typeface="Arial"/>
                <a:cs typeface="Arial"/>
              </a:rPr>
              <a:t>	</a:t>
            </a:r>
            <a:r>
              <a:rPr dirty="0" sz="750" spc="-10">
                <a:solidFill>
                  <a:srgbClr val="4F3875"/>
                </a:solidFill>
                <a:latin typeface="Arial"/>
                <a:cs typeface="Arial"/>
              </a:rPr>
              <a:t>Impact</a:t>
            </a:r>
            <a:endParaRPr sz="750">
              <a:latin typeface="Arial"/>
              <a:cs typeface="Arial"/>
            </a:endParaRPr>
          </a:p>
          <a:p>
            <a:pPr marL="287020" marR="104139">
              <a:lnSpc>
                <a:spcPct val="106100"/>
              </a:lnSpc>
              <a:spcBef>
                <a:spcPts val="80"/>
              </a:spcBef>
            </a:pP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Unifo</a:t>
            </a:r>
            <a:r>
              <a:rPr dirty="0" sz="750">
                <a:solidFill>
                  <a:srgbClr val="1F1F1F"/>
                </a:solidFill>
                <a:latin typeface="Arial"/>
                <a:cs typeface="Arial"/>
              </a:rPr>
              <a:t>rm</a:t>
            </a:r>
            <a:r>
              <a:rPr dirty="0" sz="750" spc="-1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cod</a:t>
            </a:r>
            <a:r>
              <a:rPr dirty="0" sz="750">
                <a:solidFill>
                  <a:srgbClr val="606060"/>
                </a:solidFill>
                <a:latin typeface="Arial"/>
                <a:cs typeface="Arial"/>
              </a:rPr>
              <a:t>in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g</a:t>
            </a:r>
            <a:r>
              <a:rPr dirty="0" sz="750" spc="5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s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t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andards </a:t>
            </a:r>
            <a:r>
              <a:rPr dirty="0" sz="750" spc="-20">
                <a:solidFill>
                  <a:srgbClr val="2F3131"/>
                </a:solidFill>
                <a:latin typeface="Arial"/>
                <a:cs typeface="Arial"/>
              </a:rPr>
              <a:t>Reduced</a:t>
            </a:r>
            <a:r>
              <a:rPr dirty="0" sz="750" spc="-9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505050"/>
                </a:solidFill>
                <a:latin typeface="Arial"/>
                <a:cs typeface="Arial"/>
              </a:rPr>
              <a:t>r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ev</a:t>
            </a:r>
            <a:r>
              <a:rPr dirty="0" sz="750">
                <a:solidFill>
                  <a:srgbClr val="505050"/>
                </a:solidFill>
                <a:latin typeface="Arial"/>
                <a:cs typeface="Arial"/>
              </a:rPr>
              <a:t>i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ew</a:t>
            </a:r>
            <a:r>
              <a:rPr dirty="0" sz="750" spc="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0C0C0C"/>
                </a:solidFill>
                <a:latin typeface="Arial"/>
                <a:cs typeface="Arial"/>
              </a:rPr>
              <a:t>lo</a:t>
            </a:r>
            <a:r>
              <a:rPr dirty="0" sz="750" spc="-20">
                <a:solidFill>
                  <a:srgbClr val="2F3131"/>
                </a:solidFill>
                <a:latin typeface="Arial"/>
                <a:cs typeface="Arial"/>
              </a:rPr>
              <a:t>ad</a:t>
            </a:r>
            <a:endParaRPr sz="750">
              <a:latin typeface="Arial"/>
              <a:cs typeface="Arial"/>
            </a:endParaRPr>
          </a:p>
          <a:p>
            <a:pPr marL="287020">
              <a:lnSpc>
                <a:spcPct val="100000"/>
              </a:lnSpc>
              <a:spcBef>
                <a:spcPts val="165"/>
              </a:spcBef>
            </a:pP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Bette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r</a:t>
            </a:r>
            <a:r>
              <a:rPr dirty="0" sz="750" spc="15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deve</a:t>
            </a:r>
            <a:r>
              <a:rPr dirty="0" sz="750" spc="-10">
                <a:solidFill>
                  <a:srgbClr val="0C0C0C"/>
                </a:solidFill>
                <a:latin typeface="Arial"/>
                <a:cs typeface="Arial"/>
              </a:rPr>
              <a:t>l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ope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r</a:t>
            </a:r>
            <a:r>
              <a:rPr dirty="0" sz="750" spc="-60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o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nb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oa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rdin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g</a:t>
            </a:r>
            <a:endParaRPr sz="7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40556" y="3658513"/>
            <a:ext cx="28702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715" b="1">
                <a:solidFill>
                  <a:srgbClr val="0F56B1"/>
                </a:solidFill>
                <a:latin typeface="Arial"/>
                <a:cs typeface="Arial"/>
              </a:rPr>
              <a:t>EJ</a:t>
            </a:r>
            <a:endParaRPr sz="2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93363" y="3745159"/>
            <a:ext cx="1856105" cy="389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" marR="5080" indent="-3175">
              <a:lnSpc>
                <a:spcPct val="113700"/>
              </a:lnSpc>
              <a:spcBef>
                <a:spcPts val="100"/>
              </a:spcBef>
            </a:pPr>
            <a:r>
              <a:rPr dirty="0" sz="1050" b="1">
                <a:solidFill>
                  <a:srgbClr val="182349"/>
                </a:solidFill>
                <a:latin typeface="Arial"/>
                <a:cs typeface="Arial"/>
              </a:rPr>
              <a:t>Developer</a:t>
            </a:r>
            <a:r>
              <a:rPr dirty="0" sz="1050" spc="155" b="1">
                <a:solidFill>
                  <a:srgbClr val="18234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82349"/>
                </a:solidFill>
                <a:latin typeface="Arial"/>
                <a:cs typeface="Arial"/>
              </a:rPr>
              <a:t>Productivity</a:t>
            </a:r>
            <a:r>
              <a:rPr dirty="0" sz="1050" spc="200" b="1">
                <a:solidFill>
                  <a:srgbClr val="182349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182349"/>
                </a:solidFill>
                <a:latin typeface="Arial"/>
                <a:cs typeface="Arial"/>
              </a:rPr>
              <a:t>Tool </a:t>
            </a:r>
            <a:r>
              <a:rPr dirty="0" sz="1050" b="1">
                <a:solidFill>
                  <a:srgbClr val="182349"/>
                </a:solidFill>
                <a:latin typeface="Arial"/>
                <a:cs typeface="Arial"/>
              </a:rPr>
              <a:t>(Internal</a:t>
            </a:r>
            <a:r>
              <a:rPr dirty="0" sz="1050" spc="170" b="1">
                <a:solidFill>
                  <a:srgbClr val="182349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182349"/>
                </a:solidFill>
                <a:latin typeface="Arial"/>
                <a:cs typeface="Arial"/>
              </a:rPr>
              <a:t>TCS)</a:t>
            </a:r>
            <a:endParaRPr sz="10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79008" y="4155402"/>
            <a:ext cx="1681480" cy="551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45"/>
              </a:lnSpc>
              <a:tabLst>
                <a:tab pos="273685" algn="l"/>
              </a:tabLst>
            </a:pPr>
            <a:r>
              <a:rPr dirty="0" sz="1400" spc="-50" b="1">
                <a:solidFill>
                  <a:srgbClr val="DB464D"/>
                </a:solidFill>
                <a:latin typeface="Arial"/>
                <a:cs typeface="Arial"/>
              </a:rPr>
              <a:t>0</a:t>
            </a:r>
            <a:r>
              <a:rPr dirty="0" sz="1400" b="1">
                <a:solidFill>
                  <a:srgbClr val="DB464D"/>
                </a:solidFill>
                <a:latin typeface="Arial"/>
                <a:cs typeface="Arial"/>
              </a:rPr>
              <a:t>	</a:t>
            </a:r>
            <a:r>
              <a:rPr dirty="0" sz="750" spc="-10">
                <a:solidFill>
                  <a:srgbClr val="AC444F"/>
                </a:solidFill>
                <a:latin typeface="Arial"/>
                <a:cs typeface="Arial"/>
              </a:rPr>
              <a:t>Prob</a:t>
            </a:r>
            <a:r>
              <a:rPr dirty="0" sz="750" spc="-10">
                <a:solidFill>
                  <a:srgbClr val="991626"/>
                </a:solidFill>
                <a:latin typeface="Arial"/>
                <a:cs typeface="Arial"/>
              </a:rPr>
              <a:t>l</a:t>
            </a:r>
            <a:r>
              <a:rPr dirty="0" sz="750" spc="-10">
                <a:solidFill>
                  <a:srgbClr val="AC444F"/>
                </a:solidFill>
                <a:latin typeface="Arial"/>
                <a:cs typeface="Arial"/>
              </a:rPr>
              <a:t>em</a:t>
            </a:r>
            <a:endParaRPr sz="750">
              <a:latin typeface="Arial"/>
              <a:cs typeface="Arial"/>
            </a:endParaRPr>
          </a:p>
          <a:p>
            <a:pPr marL="294640" marR="397510" indent="-1270">
              <a:lnSpc>
                <a:spcPct val="106100"/>
              </a:lnSpc>
              <a:spcBef>
                <a:spcPts val="30"/>
              </a:spcBef>
            </a:pP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Ne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w</a:t>
            </a:r>
            <a:r>
              <a:rPr dirty="0" sz="750" spc="-3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1F1F"/>
                </a:solidFill>
                <a:latin typeface="Arial"/>
                <a:cs typeface="Arial"/>
              </a:rPr>
              <a:t>hi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res</a:t>
            </a:r>
            <a:r>
              <a:rPr dirty="0" sz="750" spc="-4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strugg</a:t>
            </a:r>
            <a:r>
              <a:rPr dirty="0" sz="750">
                <a:solidFill>
                  <a:srgbClr val="0C0C0C"/>
                </a:solidFill>
                <a:latin typeface="Arial"/>
                <a:cs typeface="Arial"/>
              </a:rPr>
              <a:t>l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e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414141"/>
                </a:solidFill>
                <a:latin typeface="Arial"/>
                <a:cs typeface="Arial"/>
              </a:rPr>
              <a:t>w</a:t>
            </a:r>
            <a:r>
              <a:rPr dirty="0" sz="750" spc="-20">
                <a:solidFill>
                  <a:srgbClr val="1F1F1F"/>
                </a:solidFill>
                <a:latin typeface="Arial"/>
                <a:cs typeface="Arial"/>
              </a:rPr>
              <a:t>i</a:t>
            </a:r>
            <a:r>
              <a:rPr dirty="0" sz="750" spc="-20">
                <a:solidFill>
                  <a:srgbClr val="414141"/>
                </a:solidFill>
                <a:latin typeface="Arial"/>
                <a:cs typeface="Arial"/>
              </a:rPr>
              <a:t>th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"/>
                <a:cs typeface="Arial"/>
              </a:rPr>
              <a:t>l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arge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code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ba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ses</a:t>
            </a:r>
            <a:endParaRPr sz="750">
              <a:latin typeface="Arial"/>
              <a:cs typeface="Arial"/>
            </a:endParaRPr>
          </a:p>
          <a:p>
            <a:pPr marL="292100">
              <a:lnSpc>
                <a:spcPct val="100000"/>
              </a:lnSpc>
              <a:spcBef>
                <a:spcPts val="55"/>
              </a:spcBef>
            </a:pP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Ti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me </a:t>
            </a:r>
            <a:r>
              <a:rPr dirty="0" sz="750" spc="-20">
                <a:solidFill>
                  <a:srgbClr val="505050"/>
                </a:solidFill>
                <a:latin typeface="Arial"/>
                <a:cs typeface="Arial"/>
              </a:rPr>
              <a:t>was</a:t>
            </a:r>
            <a:r>
              <a:rPr dirty="0" sz="750" spc="-20">
                <a:solidFill>
                  <a:srgbClr val="1F1F1F"/>
                </a:solidFill>
                <a:latin typeface="Arial"/>
                <a:cs typeface="Arial"/>
              </a:rPr>
              <a:t>t</a:t>
            </a:r>
            <a:r>
              <a:rPr dirty="0" sz="750" spc="-20">
                <a:solidFill>
                  <a:srgbClr val="414141"/>
                </a:solidFill>
                <a:latin typeface="Arial"/>
                <a:cs typeface="Arial"/>
              </a:rPr>
              <a:t>ed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understand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i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ng</a:t>
            </a:r>
            <a:r>
              <a:rPr dirty="0" sz="750" spc="2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414141"/>
                </a:solidFill>
                <a:latin typeface="Arial"/>
                <a:cs typeface="Arial"/>
              </a:rPr>
              <a:t>code</a:t>
            </a:r>
            <a:endParaRPr sz="7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131014" y="4733546"/>
            <a:ext cx="13144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50" b="1">
                <a:solidFill>
                  <a:srgbClr val="44953A"/>
                </a:solidFill>
                <a:latin typeface="Arial"/>
                <a:cs typeface="Arial"/>
              </a:rPr>
              <a:t>0</a:t>
            </a:r>
            <a:endParaRPr sz="14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342850" y="4762005"/>
            <a:ext cx="1416050" cy="55118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750">
                <a:solidFill>
                  <a:srgbClr val="335B33"/>
                </a:solidFill>
                <a:latin typeface="Arial"/>
                <a:cs typeface="Arial"/>
              </a:rPr>
              <a:t>Our</a:t>
            </a:r>
            <a:r>
              <a:rPr dirty="0" sz="750" spc="-40">
                <a:solidFill>
                  <a:srgbClr val="335B33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26944"/>
                </a:solidFill>
                <a:latin typeface="Arial"/>
                <a:cs typeface="Arial"/>
              </a:rPr>
              <a:t>So</a:t>
            </a:r>
            <a:r>
              <a:rPr dirty="0" sz="750" spc="-10">
                <a:solidFill>
                  <a:srgbClr val="214421"/>
                </a:solidFill>
                <a:latin typeface="Arial"/>
                <a:cs typeface="Arial"/>
              </a:rPr>
              <a:t>l</a:t>
            </a:r>
            <a:r>
              <a:rPr dirty="0" sz="750" spc="-10">
                <a:solidFill>
                  <a:srgbClr val="426944"/>
                </a:solidFill>
                <a:latin typeface="Arial"/>
                <a:cs typeface="Arial"/>
              </a:rPr>
              <a:t>ution</a:t>
            </a:r>
            <a:endParaRPr sz="75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210"/>
              </a:spcBef>
            </a:pP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Al</a:t>
            </a:r>
            <a:r>
              <a:rPr dirty="0" sz="750" spc="1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exp</a:t>
            </a:r>
            <a:r>
              <a:rPr dirty="0" sz="750" spc="-10">
                <a:solidFill>
                  <a:srgbClr val="0C0C0C"/>
                </a:solidFill>
                <a:latin typeface="Arial"/>
                <a:cs typeface="Arial"/>
              </a:rPr>
              <a:t>l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a</a:t>
            </a:r>
            <a:r>
              <a:rPr dirty="0" sz="750" spc="-10">
                <a:solidFill>
                  <a:srgbClr val="606060"/>
                </a:solidFill>
                <a:latin typeface="Arial"/>
                <a:cs typeface="Arial"/>
              </a:rPr>
              <a:t>in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s</a:t>
            </a:r>
            <a:r>
              <a:rPr dirty="0" sz="750" spc="-4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2F3131"/>
                </a:solidFill>
                <a:latin typeface="Arial"/>
                <a:cs typeface="Arial"/>
              </a:rPr>
              <a:t>code</a:t>
            </a:r>
            <a:endParaRPr sz="75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5"/>
              </a:spcBef>
            </a:pPr>
            <a:r>
              <a:rPr dirty="0" sz="750" spc="-20">
                <a:solidFill>
                  <a:srgbClr val="2F3131"/>
                </a:solidFill>
                <a:latin typeface="Arial"/>
                <a:cs typeface="Arial"/>
              </a:rPr>
              <a:t>Suggests</a:t>
            </a:r>
            <a:r>
              <a:rPr dirty="0" sz="750" spc="-4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06060"/>
                </a:solidFill>
                <a:latin typeface="Arial"/>
                <a:cs typeface="Arial"/>
              </a:rPr>
              <a:t>improvements</a:t>
            </a:r>
            <a:r>
              <a:rPr dirty="0" sz="750" spc="-75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06060"/>
                </a:solidFill>
                <a:latin typeface="Arial"/>
                <a:cs typeface="Arial"/>
              </a:rPr>
              <a:t>i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ns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t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ant</a:t>
            </a:r>
            <a:r>
              <a:rPr dirty="0" sz="750" spc="-10">
                <a:solidFill>
                  <a:srgbClr val="0C0C0C"/>
                </a:solidFill>
                <a:latin typeface="Arial"/>
                <a:cs typeface="Arial"/>
              </a:rPr>
              <a:t>l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y</a:t>
            </a:r>
            <a:endParaRPr sz="750">
              <a:latin typeface="Arial"/>
              <a:cs typeface="Arial"/>
            </a:endParaRPr>
          </a:p>
          <a:p>
            <a:pPr marL="32384">
              <a:lnSpc>
                <a:spcPct val="100000"/>
              </a:lnSpc>
              <a:spcBef>
                <a:spcPts val="110"/>
              </a:spcBef>
            </a:pPr>
            <a:r>
              <a:rPr dirty="0" sz="750" spc="-20">
                <a:solidFill>
                  <a:srgbClr val="414141"/>
                </a:solidFill>
                <a:latin typeface="Arial"/>
                <a:cs typeface="Arial"/>
              </a:rPr>
              <a:t>Generates</a:t>
            </a:r>
            <a:r>
              <a:rPr dirty="0" sz="750" spc="4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testsautomat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i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cally</a:t>
            </a:r>
            <a:endParaRPr sz="7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79008" y="5368606"/>
            <a:ext cx="1666875" cy="565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45"/>
              </a:lnSpc>
              <a:tabLst>
                <a:tab pos="271780" algn="l"/>
              </a:tabLst>
            </a:pPr>
            <a:r>
              <a:rPr dirty="0" sz="1400" spc="-50" b="1">
                <a:solidFill>
                  <a:srgbClr val="6B3B97"/>
                </a:solidFill>
                <a:latin typeface="Arial"/>
                <a:cs typeface="Arial"/>
              </a:rPr>
              <a:t>0</a:t>
            </a:r>
            <a:r>
              <a:rPr dirty="0" sz="1400" b="1">
                <a:solidFill>
                  <a:srgbClr val="6B3B97"/>
                </a:solidFill>
                <a:latin typeface="Arial"/>
                <a:cs typeface="Arial"/>
              </a:rPr>
              <a:t>	</a:t>
            </a:r>
            <a:r>
              <a:rPr dirty="0" sz="750" spc="-10">
                <a:solidFill>
                  <a:srgbClr val="4F3875"/>
                </a:solidFill>
                <a:latin typeface="Arial"/>
                <a:cs typeface="Arial"/>
              </a:rPr>
              <a:t>Impact</a:t>
            </a:r>
            <a:endParaRPr sz="750">
              <a:latin typeface="Arial"/>
              <a:cs typeface="Arial"/>
            </a:endParaRPr>
          </a:p>
          <a:p>
            <a:pPr marL="294005" marR="477520" indent="-1270">
              <a:lnSpc>
                <a:spcPts val="1010"/>
              </a:lnSpc>
              <a:spcBef>
                <a:spcPts val="25"/>
              </a:spcBef>
            </a:pPr>
            <a:r>
              <a:rPr dirty="0" sz="750" spc="-20">
                <a:solidFill>
                  <a:srgbClr val="1F1F1F"/>
                </a:solidFill>
                <a:latin typeface="Arial"/>
                <a:cs typeface="Arial"/>
              </a:rPr>
              <a:t>F</a:t>
            </a:r>
            <a:r>
              <a:rPr dirty="0" sz="750" spc="-20">
                <a:solidFill>
                  <a:srgbClr val="505050"/>
                </a:solidFill>
                <a:latin typeface="Arial"/>
                <a:cs typeface="Arial"/>
              </a:rPr>
              <a:t>as</a:t>
            </a:r>
            <a:r>
              <a:rPr dirty="0" sz="750" spc="-20">
                <a:solidFill>
                  <a:srgbClr val="2F3131"/>
                </a:solidFill>
                <a:latin typeface="Arial"/>
                <a:cs typeface="Arial"/>
              </a:rPr>
              <a:t>ter</a:t>
            </a:r>
            <a:r>
              <a:rPr dirty="0" sz="750" spc="-80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o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n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board</a:t>
            </a:r>
            <a:r>
              <a:rPr dirty="0" sz="750" spc="-10">
                <a:solidFill>
                  <a:srgbClr val="0C0C0C"/>
                </a:solidFill>
                <a:latin typeface="Arial"/>
                <a:cs typeface="Arial"/>
              </a:rPr>
              <a:t>in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g 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Better</a:t>
            </a:r>
            <a:r>
              <a:rPr dirty="0" sz="750" spc="-3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unde</a:t>
            </a:r>
            <a:r>
              <a:rPr dirty="0" sz="750" spc="-10">
                <a:solidFill>
                  <a:srgbClr val="606060"/>
                </a:solidFill>
                <a:latin typeface="Arial"/>
                <a:cs typeface="Arial"/>
              </a:rPr>
              <a:t>r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s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tanding</a:t>
            </a:r>
            <a:endParaRPr sz="750">
              <a:latin typeface="Arial"/>
              <a:cs typeface="Arial"/>
            </a:endParaRPr>
          </a:p>
          <a:p>
            <a:pPr marL="293370">
              <a:lnSpc>
                <a:spcPct val="100000"/>
              </a:lnSpc>
              <a:spcBef>
                <a:spcPts val="55"/>
              </a:spcBef>
            </a:pP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Reduced</a:t>
            </a:r>
            <a:r>
              <a:rPr dirty="0" sz="750" spc="1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dependency</a:t>
            </a:r>
            <a:r>
              <a:rPr dirty="0" sz="750" spc="-5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on</a:t>
            </a:r>
            <a:r>
              <a:rPr dirty="0" sz="750" spc="-10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se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nior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s</a:t>
            </a:r>
            <a:endParaRPr sz="7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049987" y="1138867"/>
            <a:ext cx="305435" cy="476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50" spc="-325" b="1">
                <a:solidFill>
                  <a:srgbClr val="0F56B1"/>
                </a:solidFill>
                <a:latin typeface="Arial"/>
                <a:cs typeface="Arial"/>
              </a:rPr>
              <a:t>El</a:t>
            </a:r>
            <a:endParaRPr sz="29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17916" y="1184793"/>
            <a:ext cx="1424305" cy="41592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050" spc="10" b="1">
                <a:solidFill>
                  <a:srgbClr val="182349"/>
                </a:solidFill>
                <a:latin typeface="Arial"/>
                <a:cs typeface="Arial"/>
              </a:rPr>
              <a:t>Manufacturing</a:t>
            </a:r>
            <a:r>
              <a:rPr dirty="0" sz="1050" spc="310" b="1">
                <a:solidFill>
                  <a:srgbClr val="182349"/>
                </a:solidFill>
                <a:latin typeface="Arial"/>
                <a:cs typeface="Arial"/>
              </a:rPr>
              <a:t> </a:t>
            </a:r>
            <a:r>
              <a:rPr dirty="0" sz="1150" spc="-50">
                <a:solidFill>
                  <a:srgbClr val="182349"/>
                </a:solidFill>
                <a:latin typeface="Arial"/>
                <a:cs typeface="Arial"/>
              </a:rPr>
              <a:t>&amp;</a:t>
            </a:r>
            <a:endParaRPr sz="115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204"/>
              </a:spcBef>
            </a:pPr>
            <a:r>
              <a:rPr dirty="0" sz="1050" spc="10" b="1">
                <a:solidFill>
                  <a:srgbClr val="182349"/>
                </a:solidFill>
                <a:latin typeface="Arial"/>
                <a:cs typeface="Arial"/>
              </a:rPr>
              <a:t>Automation</a:t>
            </a:r>
            <a:r>
              <a:rPr dirty="0" sz="1050" spc="260" b="1">
                <a:solidFill>
                  <a:srgbClr val="182349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82349"/>
                </a:solidFill>
                <a:latin typeface="Arial"/>
                <a:cs typeface="Arial"/>
              </a:rPr>
              <a:t>Systems</a:t>
            </a:r>
            <a:endParaRPr sz="10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451381" y="1681814"/>
            <a:ext cx="1753870" cy="450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95"/>
              </a:lnSpc>
              <a:tabLst>
                <a:tab pos="287020" algn="l"/>
              </a:tabLst>
            </a:pPr>
            <a:r>
              <a:rPr dirty="0" sz="1400" spc="-50" b="1">
                <a:solidFill>
                  <a:srgbClr val="DB464D"/>
                </a:solidFill>
                <a:latin typeface="Arial"/>
                <a:cs typeface="Arial"/>
              </a:rPr>
              <a:t>0</a:t>
            </a:r>
            <a:r>
              <a:rPr dirty="0" sz="1400" b="1">
                <a:solidFill>
                  <a:srgbClr val="DB464D"/>
                </a:solidFill>
                <a:latin typeface="Arial"/>
                <a:cs typeface="Arial"/>
              </a:rPr>
              <a:t>	</a:t>
            </a:r>
            <a:r>
              <a:rPr dirty="0" sz="750" spc="-10">
                <a:solidFill>
                  <a:srgbClr val="AC444F"/>
                </a:solidFill>
                <a:latin typeface="Arial"/>
                <a:cs typeface="Arial"/>
              </a:rPr>
              <a:t>Problem</a:t>
            </a:r>
            <a:endParaRPr sz="750">
              <a:latin typeface="Arial"/>
              <a:cs typeface="Arial"/>
            </a:endParaRPr>
          </a:p>
          <a:p>
            <a:pPr marL="294005" marR="5080" indent="-635">
              <a:lnSpc>
                <a:spcPct val="112000"/>
              </a:lnSpc>
              <a:spcBef>
                <a:spcPts val="30"/>
              </a:spcBef>
            </a:pP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Embedded</a:t>
            </a:r>
            <a:r>
              <a:rPr dirty="0" sz="750" spc="1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&amp;</a:t>
            </a:r>
            <a:r>
              <a:rPr dirty="0" sz="750" spc="5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505050"/>
                </a:solidFill>
                <a:latin typeface="Arial"/>
                <a:cs typeface="Arial"/>
              </a:rPr>
              <a:t>co</a:t>
            </a:r>
            <a:r>
              <a:rPr dirty="0" sz="750">
                <a:solidFill>
                  <a:srgbClr val="1F1F1F"/>
                </a:solidFill>
                <a:latin typeface="Arial"/>
                <a:cs typeface="Arial"/>
              </a:rPr>
              <a:t>n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tro</a:t>
            </a:r>
            <a:r>
              <a:rPr dirty="0" sz="750">
                <a:solidFill>
                  <a:srgbClr val="606060"/>
                </a:solidFill>
                <a:latin typeface="Arial"/>
                <a:cs typeface="Arial"/>
              </a:rPr>
              <a:t>l</a:t>
            </a:r>
            <a:r>
              <a:rPr dirty="0" sz="750" spc="-25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system</a:t>
            </a:r>
            <a:r>
              <a:rPr dirty="0" sz="750" spc="-3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505050"/>
                </a:solidFill>
                <a:latin typeface="Arial"/>
                <a:cs typeface="Arial"/>
              </a:rPr>
              <a:t>co</a:t>
            </a:r>
            <a:r>
              <a:rPr dirty="0" sz="750" spc="-20">
                <a:solidFill>
                  <a:srgbClr val="2F3131"/>
                </a:solidFill>
                <a:latin typeface="Arial"/>
                <a:cs typeface="Arial"/>
              </a:rPr>
              <a:t>de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1F1F"/>
                </a:solidFill>
                <a:latin typeface="Arial"/>
                <a:cs typeface="Arial"/>
              </a:rPr>
              <a:t>B</a:t>
            </a:r>
            <a:r>
              <a:rPr dirty="0" sz="750">
                <a:solidFill>
                  <a:srgbClr val="505050"/>
                </a:solidFill>
                <a:latin typeface="Arial"/>
                <a:cs typeface="Arial"/>
              </a:rPr>
              <a:t>ugsca</a:t>
            </a:r>
            <a:r>
              <a:rPr dirty="0" sz="750">
                <a:solidFill>
                  <a:srgbClr val="1F1F1F"/>
                </a:solidFill>
                <a:latin typeface="Arial"/>
                <a:cs typeface="Arial"/>
              </a:rPr>
              <a:t>n</a:t>
            </a:r>
            <a:r>
              <a:rPr dirty="0" sz="750" spc="-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cause</a:t>
            </a:r>
            <a:r>
              <a:rPr dirty="0" sz="750" spc="3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505050"/>
                </a:solidFill>
                <a:latin typeface="Arial"/>
                <a:cs typeface="Arial"/>
              </a:rPr>
              <a:t>real-wo</a:t>
            </a:r>
            <a:r>
              <a:rPr dirty="0" sz="750">
                <a:solidFill>
                  <a:srgbClr val="1F1F1F"/>
                </a:solidFill>
                <a:latin typeface="Arial"/>
                <a:cs typeface="Arial"/>
              </a:rPr>
              <a:t>rl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d</a:t>
            </a:r>
            <a:r>
              <a:rPr dirty="0" sz="750" spc="11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fa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i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lures</a:t>
            </a:r>
            <a:endParaRPr sz="7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240882" y="2962418"/>
            <a:ext cx="38417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2F3450"/>
                </a:solidFill>
                <a:latin typeface="Arial"/>
                <a:cs typeface="Arial"/>
              </a:rPr>
              <a:t>Clients:</a:t>
            </a:r>
            <a:endParaRPr sz="7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242853" y="3166491"/>
            <a:ext cx="9226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0F56B1"/>
                </a:solidFill>
                <a:latin typeface="Arial"/>
                <a:cs typeface="Arial"/>
              </a:rPr>
              <a:t>TATA</a:t>
            </a:r>
            <a:r>
              <a:rPr dirty="0" sz="1000" spc="35" b="1">
                <a:solidFill>
                  <a:srgbClr val="0F56B1"/>
                </a:solidFill>
                <a:latin typeface="Arial"/>
                <a:cs typeface="Arial"/>
              </a:rPr>
              <a:t> </a:t>
            </a:r>
            <a:r>
              <a:rPr dirty="0" sz="1000" spc="-50" b="1">
                <a:solidFill>
                  <a:srgbClr val="244B9C"/>
                </a:solidFill>
                <a:latin typeface="Arial"/>
                <a:cs typeface="Arial"/>
              </a:rPr>
              <a:t>MOTORS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449247" y="2308635"/>
            <a:ext cx="1609090" cy="457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05"/>
              </a:lnSpc>
              <a:tabLst>
                <a:tab pos="285115" algn="l"/>
              </a:tabLst>
            </a:pPr>
            <a:r>
              <a:rPr dirty="0" sz="1450" spc="5" b="1">
                <a:solidFill>
                  <a:srgbClr val="44953A"/>
                </a:solidFill>
                <a:latin typeface="Arial"/>
                <a:cs typeface="Arial"/>
              </a:rPr>
              <a:t>0</a:t>
            </a:r>
            <a:r>
              <a:rPr dirty="0" sz="1450" b="1">
                <a:solidFill>
                  <a:srgbClr val="44953A"/>
                </a:solidFill>
                <a:latin typeface="Arial"/>
                <a:cs typeface="Arial"/>
              </a:rPr>
              <a:t>	</a:t>
            </a:r>
            <a:r>
              <a:rPr dirty="0" sz="750">
                <a:solidFill>
                  <a:srgbClr val="426944"/>
                </a:solidFill>
                <a:latin typeface="Arial"/>
                <a:cs typeface="Arial"/>
              </a:rPr>
              <a:t>Our</a:t>
            </a:r>
            <a:r>
              <a:rPr dirty="0" sz="750" spc="75">
                <a:solidFill>
                  <a:srgbClr val="426944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26944"/>
                </a:solidFill>
                <a:latin typeface="Arial"/>
                <a:cs typeface="Arial"/>
              </a:rPr>
              <a:t>Solution</a:t>
            </a:r>
            <a:endParaRPr sz="750">
              <a:latin typeface="Arial"/>
              <a:cs typeface="Arial"/>
            </a:endParaRPr>
          </a:p>
          <a:p>
            <a:pPr marL="295910" marR="5080" indent="2540">
              <a:lnSpc>
                <a:spcPts val="1060"/>
              </a:lnSpc>
              <a:spcBef>
                <a:spcPts val="30"/>
              </a:spcBef>
            </a:pP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Stat</a:t>
            </a:r>
            <a:r>
              <a:rPr dirty="0" sz="750">
                <a:solidFill>
                  <a:srgbClr val="1F1F1F"/>
                </a:solidFill>
                <a:latin typeface="Arial"/>
                <a:cs typeface="Arial"/>
              </a:rPr>
              <a:t>i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c</a:t>
            </a:r>
            <a:r>
              <a:rPr dirty="0" sz="750" spc="-1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ana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l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ysis</a:t>
            </a:r>
            <a:r>
              <a:rPr dirty="0" sz="750" spc="-9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+</a:t>
            </a:r>
            <a:r>
              <a:rPr dirty="0" sz="750" spc="-60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bug</a:t>
            </a:r>
            <a:r>
              <a:rPr dirty="0" sz="750" spc="8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detection </a:t>
            </a:r>
            <a:r>
              <a:rPr dirty="0" sz="750">
                <a:solidFill>
                  <a:srgbClr val="1F1F1F"/>
                </a:solidFill>
                <a:latin typeface="Arial"/>
                <a:cs typeface="Arial"/>
              </a:rPr>
              <a:t>Ed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ge</a:t>
            </a:r>
            <a:r>
              <a:rPr dirty="0" sz="750">
                <a:solidFill>
                  <a:srgbClr val="606060"/>
                </a:solidFill>
                <a:latin typeface="Arial"/>
                <a:cs typeface="Arial"/>
              </a:rPr>
              <a:t>-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case</a:t>
            </a:r>
            <a:r>
              <a:rPr dirty="0" sz="750" spc="-20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0C0C0C"/>
                </a:solidFill>
                <a:latin typeface="Arial"/>
                <a:cs typeface="Arial"/>
              </a:rPr>
              <a:t>t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est</a:t>
            </a:r>
            <a:r>
              <a:rPr dirty="0" sz="750" spc="30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ge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ner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a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t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io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n</a:t>
            </a:r>
            <a:endParaRPr sz="7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457983" y="2895019"/>
            <a:ext cx="1363980" cy="60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50"/>
              </a:lnSpc>
              <a:tabLst>
                <a:tab pos="271780" algn="l"/>
              </a:tabLst>
            </a:pPr>
            <a:r>
              <a:rPr dirty="0" sz="1400" spc="-50" b="1" i="1">
                <a:solidFill>
                  <a:srgbClr val="6B3B97"/>
                </a:solidFill>
                <a:latin typeface="Arial"/>
                <a:cs typeface="Arial"/>
              </a:rPr>
              <a:t>0</a:t>
            </a:r>
            <a:r>
              <a:rPr dirty="0" sz="1400" b="1" i="1">
                <a:solidFill>
                  <a:srgbClr val="6B3B97"/>
                </a:solidFill>
                <a:latin typeface="Arial"/>
                <a:cs typeface="Arial"/>
              </a:rPr>
              <a:t>	</a:t>
            </a:r>
            <a:r>
              <a:rPr dirty="0" sz="750" spc="45">
                <a:solidFill>
                  <a:srgbClr val="4F3875"/>
                </a:solidFill>
                <a:latin typeface="Arial"/>
                <a:cs typeface="Arial"/>
              </a:rPr>
              <a:t>Impact</a:t>
            </a:r>
            <a:endParaRPr sz="750">
              <a:latin typeface="Arial"/>
              <a:cs typeface="Arial"/>
            </a:endParaRPr>
          </a:p>
          <a:p>
            <a:pPr marL="287655" marR="5080" indent="-635">
              <a:lnSpc>
                <a:spcPct val="117900"/>
              </a:lnSpc>
              <a:spcBef>
                <a:spcPts val="30"/>
              </a:spcBef>
            </a:pPr>
            <a:r>
              <a:rPr dirty="0" sz="750">
                <a:solidFill>
                  <a:srgbClr val="1F1F1F"/>
                </a:solidFill>
                <a:latin typeface="Arial"/>
                <a:cs typeface="Arial"/>
              </a:rPr>
              <a:t>R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educed</a:t>
            </a:r>
            <a:r>
              <a:rPr dirty="0" sz="750" spc="114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system</a:t>
            </a:r>
            <a:r>
              <a:rPr dirty="0" sz="750" spc="-2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fail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u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res 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Be</a:t>
            </a:r>
            <a:r>
              <a:rPr dirty="0" sz="750">
                <a:solidFill>
                  <a:srgbClr val="1F1F1F"/>
                </a:solidFill>
                <a:latin typeface="Arial"/>
                <a:cs typeface="Arial"/>
              </a:rPr>
              <a:t>tt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er</a:t>
            </a:r>
            <a:r>
              <a:rPr dirty="0" sz="750" spc="5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re</a:t>
            </a:r>
            <a:r>
              <a:rPr dirty="0" sz="750" spc="-10">
                <a:solidFill>
                  <a:srgbClr val="0C0C0C"/>
                </a:solidFill>
                <a:latin typeface="Arial"/>
                <a:cs typeface="Arial"/>
              </a:rPr>
              <a:t>l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iab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i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lity</a:t>
            </a:r>
            <a:endParaRPr sz="750">
              <a:latin typeface="Arial"/>
              <a:cs typeface="Arial"/>
            </a:endParaRPr>
          </a:p>
          <a:p>
            <a:pPr marL="290195">
              <a:lnSpc>
                <a:spcPct val="100000"/>
              </a:lnSpc>
              <a:spcBef>
                <a:spcPts val="160"/>
              </a:spcBef>
            </a:pP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Safer</a:t>
            </a:r>
            <a:r>
              <a:rPr dirty="0" sz="750" spc="-3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dep</a:t>
            </a:r>
            <a:r>
              <a:rPr dirty="0" sz="750" spc="-10">
                <a:solidFill>
                  <a:srgbClr val="0C0C0C"/>
                </a:solidFill>
                <a:latin typeface="Arial"/>
                <a:cs typeface="Arial"/>
              </a:rPr>
              <a:t>l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oyments</a:t>
            </a:r>
            <a:endParaRPr sz="7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400259" y="3745159"/>
            <a:ext cx="1395730" cy="389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05">
              <a:lnSpc>
                <a:spcPct val="113700"/>
              </a:lnSpc>
              <a:spcBef>
                <a:spcPts val="100"/>
              </a:spcBef>
            </a:pPr>
            <a:r>
              <a:rPr dirty="0" sz="1050" b="1">
                <a:solidFill>
                  <a:srgbClr val="182349"/>
                </a:solidFill>
                <a:latin typeface="Arial"/>
                <a:cs typeface="Arial"/>
              </a:rPr>
              <a:t>Secure</a:t>
            </a:r>
            <a:r>
              <a:rPr dirty="0" sz="1050" spc="-10" b="1">
                <a:solidFill>
                  <a:srgbClr val="182349"/>
                </a:solidFill>
                <a:latin typeface="Arial"/>
                <a:cs typeface="Arial"/>
              </a:rPr>
              <a:t> </a:t>
            </a:r>
            <a:r>
              <a:rPr dirty="0" sz="1050" spc="55" b="1">
                <a:solidFill>
                  <a:srgbClr val="2F3450"/>
                </a:solidFill>
                <a:latin typeface="Arial"/>
                <a:cs typeface="Arial"/>
              </a:rPr>
              <a:t>Code</a:t>
            </a:r>
            <a:r>
              <a:rPr dirty="0" sz="1050" b="1">
                <a:solidFill>
                  <a:srgbClr val="2F3450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82349"/>
                </a:solidFill>
                <a:latin typeface="Arial"/>
                <a:cs typeface="Arial"/>
              </a:rPr>
              <a:t>Review (Cybersecurity)</a:t>
            </a:r>
            <a:endParaRPr sz="10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858666" y="4183486"/>
            <a:ext cx="896619" cy="11258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200" spc="395" b="1">
                <a:solidFill>
                  <a:srgbClr val="113360"/>
                </a:solidFill>
                <a:latin typeface="Arial"/>
                <a:cs typeface="Arial"/>
              </a:rPr>
              <a:t>m</a:t>
            </a:r>
            <a:endParaRPr sz="72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442807" y="4216063"/>
            <a:ext cx="1592580" cy="436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55"/>
              </a:lnSpc>
            </a:pPr>
            <a:r>
              <a:rPr dirty="0" sz="1450" b="1">
                <a:solidFill>
                  <a:srgbClr val="DB464D"/>
                </a:solidFill>
                <a:latin typeface="Arial"/>
                <a:cs typeface="Arial"/>
              </a:rPr>
              <a:t>0</a:t>
            </a:r>
            <a:r>
              <a:rPr dirty="0" sz="1450" spc="470" b="1">
                <a:solidFill>
                  <a:srgbClr val="DB464D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AC444F"/>
                </a:solidFill>
                <a:latin typeface="Arial"/>
                <a:cs typeface="Arial"/>
              </a:rPr>
              <a:t>Problem</a:t>
            </a:r>
            <a:endParaRPr sz="750">
              <a:latin typeface="Arial"/>
              <a:cs typeface="Arial"/>
            </a:endParaRPr>
          </a:p>
          <a:p>
            <a:pPr marL="249554" marR="5080" indent="-5080">
              <a:lnSpc>
                <a:spcPts val="1010"/>
              </a:lnSpc>
              <a:spcBef>
                <a:spcPts val="15"/>
              </a:spcBef>
            </a:pPr>
            <a:r>
              <a:rPr dirty="0" sz="750" spc="10">
                <a:solidFill>
                  <a:srgbClr val="2F3131"/>
                </a:solidFill>
                <a:latin typeface="Arial"/>
                <a:cs typeface="Arial"/>
              </a:rPr>
              <a:t>Sec</a:t>
            </a:r>
            <a:r>
              <a:rPr dirty="0" sz="750" spc="10">
                <a:solidFill>
                  <a:srgbClr val="505050"/>
                </a:solidFill>
                <a:latin typeface="Arial"/>
                <a:cs typeface="Arial"/>
              </a:rPr>
              <a:t>u</a:t>
            </a:r>
            <a:r>
              <a:rPr dirty="0" sz="750" spc="10">
                <a:solidFill>
                  <a:srgbClr val="1F1F1F"/>
                </a:solidFill>
                <a:latin typeface="Arial"/>
                <a:cs typeface="Arial"/>
              </a:rPr>
              <a:t>rity</a:t>
            </a:r>
            <a:r>
              <a:rPr dirty="0" sz="750" spc="16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2F3131"/>
                </a:solidFill>
                <a:latin typeface="Arial"/>
                <a:cs typeface="Arial"/>
              </a:rPr>
              <a:t>vul</a:t>
            </a:r>
            <a:r>
              <a:rPr dirty="0" sz="750" spc="10">
                <a:solidFill>
                  <a:srgbClr val="505050"/>
                </a:solidFill>
                <a:latin typeface="Arial"/>
                <a:cs typeface="Arial"/>
              </a:rPr>
              <a:t>n</a:t>
            </a:r>
            <a:r>
              <a:rPr dirty="0" sz="750" spc="10">
                <a:solidFill>
                  <a:srgbClr val="2F3131"/>
                </a:solidFill>
                <a:latin typeface="Arial"/>
                <a:cs typeface="Arial"/>
              </a:rPr>
              <a:t>erabilities</a:t>
            </a:r>
            <a:r>
              <a:rPr dirty="0" sz="750" spc="2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m</a:t>
            </a:r>
            <a:r>
              <a:rPr dirty="0" sz="750" spc="-10">
                <a:solidFill>
                  <a:srgbClr val="505050"/>
                </a:solidFill>
                <a:latin typeface="Arial"/>
                <a:cs typeface="Arial"/>
              </a:rPr>
              <a:t>iss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ed </a:t>
            </a:r>
            <a:r>
              <a:rPr dirty="0" sz="750" spc="10">
                <a:solidFill>
                  <a:srgbClr val="414141"/>
                </a:solidFill>
                <a:latin typeface="Arial"/>
                <a:cs typeface="Arial"/>
              </a:rPr>
              <a:t>in</a:t>
            </a:r>
            <a:r>
              <a:rPr dirty="0" sz="750" spc="6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2F3131"/>
                </a:solidFill>
                <a:latin typeface="Arial"/>
                <a:cs typeface="Arial"/>
              </a:rPr>
              <a:t>manual</a:t>
            </a:r>
            <a:r>
              <a:rPr dirty="0" sz="750" spc="-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reviews</a:t>
            </a:r>
            <a:endParaRPr sz="7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449271" y="4664275"/>
            <a:ext cx="1480185" cy="54102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500" b="1">
                <a:solidFill>
                  <a:srgbClr val="44953A"/>
                </a:solidFill>
                <a:latin typeface="Arial"/>
                <a:cs typeface="Arial"/>
              </a:rPr>
              <a:t>0</a:t>
            </a:r>
            <a:r>
              <a:rPr dirty="0" sz="1500" spc="405" b="1">
                <a:solidFill>
                  <a:srgbClr val="44953A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26944"/>
                </a:solidFill>
                <a:latin typeface="Arial"/>
                <a:cs typeface="Arial"/>
              </a:rPr>
              <a:t>Ou</a:t>
            </a:r>
            <a:r>
              <a:rPr dirty="0" sz="750">
                <a:solidFill>
                  <a:srgbClr val="214421"/>
                </a:solidFill>
                <a:latin typeface="Arial"/>
                <a:cs typeface="Arial"/>
              </a:rPr>
              <a:t>r</a:t>
            </a:r>
            <a:r>
              <a:rPr dirty="0" sz="750" spc="10">
                <a:solidFill>
                  <a:srgbClr val="21442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26944"/>
                </a:solidFill>
                <a:latin typeface="Arial"/>
                <a:cs typeface="Arial"/>
              </a:rPr>
              <a:t>Solution</a:t>
            </a:r>
            <a:endParaRPr sz="750">
              <a:latin typeface="Arial"/>
              <a:cs typeface="Arial"/>
            </a:endParaRPr>
          </a:p>
          <a:p>
            <a:pPr marL="238125" marR="5080" indent="-3175">
              <a:lnSpc>
                <a:spcPct val="112000"/>
              </a:lnSpc>
              <a:spcBef>
                <a:spcPts val="10"/>
              </a:spcBef>
            </a:pPr>
            <a:r>
              <a:rPr dirty="0" sz="750" spc="20">
                <a:solidFill>
                  <a:srgbClr val="414141"/>
                </a:solidFill>
                <a:latin typeface="Arial"/>
                <a:cs typeface="Arial"/>
              </a:rPr>
              <a:t>Detect</a:t>
            </a:r>
            <a:r>
              <a:rPr dirty="0" sz="750" spc="9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2F3131"/>
                </a:solidFill>
                <a:latin typeface="Arial"/>
                <a:cs typeface="Arial"/>
              </a:rPr>
              <a:t>risky</a:t>
            </a:r>
            <a:r>
              <a:rPr dirty="0" sz="750" spc="-1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patte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rns 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Suggest</a:t>
            </a:r>
            <a:r>
              <a:rPr dirty="0" sz="750" spc="80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secure</a:t>
            </a:r>
            <a:r>
              <a:rPr dirty="0" sz="750" spc="10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a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lt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ernatives</a:t>
            </a:r>
            <a:endParaRPr sz="7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388666" y="5314685"/>
            <a:ext cx="1445260" cy="584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55"/>
              </a:lnSpc>
              <a:tabLst>
                <a:tab pos="280670" algn="l"/>
              </a:tabLst>
            </a:pPr>
            <a:r>
              <a:rPr dirty="0" sz="1450" spc="-50" b="1">
                <a:solidFill>
                  <a:srgbClr val="6B3B97"/>
                </a:solidFill>
                <a:latin typeface="Arial"/>
                <a:cs typeface="Arial"/>
              </a:rPr>
              <a:t>0</a:t>
            </a:r>
            <a:r>
              <a:rPr dirty="0" sz="1450" b="1">
                <a:solidFill>
                  <a:srgbClr val="6B3B97"/>
                </a:solidFill>
                <a:latin typeface="Arial"/>
                <a:cs typeface="Arial"/>
              </a:rPr>
              <a:t>	</a:t>
            </a:r>
            <a:r>
              <a:rPr dirty="0" sz="750" spc="-10">
                <a:solidFill>
                  <a:srgbClr val="4F3875"/>
                </a:solidFill>
                <a:latin typeface="Arial"/>
                <a:cs typeface="Arial"/>
              </a:rPr>
              <a:t>Impact</a:t>
            </a:r>
            <a:endParaRPr sz="750">
              <a:latin typeface="Arial"/>
              <a:cs typeface="Arial"/>
            </a:endParaRPr>
          </a:p>
          <a:p>
            <a:pPr marL="294005">
              <a:lnSpc>
                <a:spcPct val="100000"/>
              </a:lnSpc>
              <a:spcBef>
                <a:spcPts val="75"/>
              </a:spcBef>
            </a:pPr>
            <a:r>
              <a:rPr dirty="0" sz="750">
                <a:solidFill>
                  <a:srgbClr val="505050"/>
                </a:solidFill>
                <a:latin typeface="Arial"/>
                <a:cs typeface="Arial"/>
              </a:rPr>
              <a:t>I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mprov</a:t>
            </a:r>
            <a:r>
              <a:rPr dirty="0" sz="750">
                <a:solidFill>
                  <a:srgbClr val="505050"/>
                </a:solidFill>
                <a:latin typeface="Arial"/>
                <a:cs typeface="Arial"/>
              </a:rPr>
              <a:t>e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d</a:t>
            </a:r>
            <a:r>
              <a:rPr dirty="0" sz="750" spc="110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secur</a:t>
            </a:r>
            <a:r>
              <a:rPr dirty="0" sz="750">
                <a:solidFill>
                  <a:srgbClr val="1F1F1F"/>
                </a:solidFill>
                <a:latin typeface="Arial"/>
                <a:cs typeface="Arial"/>
              </a:rPr>
              <a:t>it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y</a:t>
            </a:r>
            <a:r>
              <a:rPr dirty="0" sz="750" spc="13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postu</a:t>
            </a:r>
            <a:r>
              <a:rPr dirty="0" sz="750" spc="-10">
                <a:solidFill>
                  <a:srgbClr val="1F1F1F"/>
                </a:solidFill>
                <a:latin typeface="Arial"/>
                <a:cs typeface="Arial"/>
              </a:rPr>
              <a:t>r</a:t>
            </a:r>
            <a:r>
              <a:rPr dirty="0" sz="750" spc="-10">
                <a:solidFill>
                  <a:srgbClr val="414141"/>
                </a:solidFill>
                <a:latin typeface="Arial"/>
                <a:cs typeface="Arial"/>
              </a:rPr>
              <a:t>e</a:t>
            </a:r>
            <a:endParaRPr sz="750">
              <a:latin typeface="Arial"/>
              <a:cs typeface="Arial"/>
            </a:endParaRPr>
          </a:p>
          <a:p>
            <a:pPr marL="298450" marR="72390" indent="-3175">
              <a:lnSpc>
                <a:spcPts val="1110"/>
              </a:lnSpc>
              <a:spcBef>
                <a:spcPts val="20"/>
              </a:spcBef>
            </a:pP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Fewe</a:t>
            </a:r>
            <a:r>
              <a:rPr dirty="0" sz="750">
                <a:solidFill>
                  <a:srgbClr val="1F1F1F"/>
                </a:solidFill>
                <a:latin typeface="Arial"/>
                <a:cs typeface="Arial"/>
              </a:rPr>
              <a:t>r</a:t>
            </a:r>
            <a:r>
              <a:rPr dirty="0" sz="750" spc="8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F3131"/>
                </a:solidFill>
                <a:latin typeface="Arial"/>
                <a:cs typeface="Arial"/>
              </a:rPr>
              <a:t>vulnerabilities </a:t>
            </a:r>
            <a:r>
              <a:rPr dirty="0" sz="750">
                <a:solidFill>
                  <a:srgbClr val="2F3131"/>
                </a:solidFill>
                <a:latin typeface="Arial"/>
                <a:cs typeface="Arial"/>
              </a:rPr>
              <a:t>Compliance</a:t>
            </a:r>
            <a:r>
              <a:rPr dirty="0" sz="750">
                <a:solidFill>
                  <a:srgbClr val="606060"/>
                </a:solidFill>
                <a:latin typeface="Arial"/>
                <a:cs typeface="Arial"/>
              </a:rPr>
              <a:t>-</a:t>
            </a:r>
            <a:r>
              <a:rPr dirty="0" sz="750">
                <a:solidFill>
                  <a:srgbClr val="414141"/>
                </a:solidFill>
                <a:latin typeface="Arial"/>
                <a:cs typeface="Arial"/>
              </a:rPr>
              <a:t>ready</a:t>
            </a:r>
            <a:r>
              <a:rPr dirty="0" sz="750" spc="32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414141"/>
                </a:solidFill>
                <a:latin typeface="Arial"/>
                <a:cs typeface="Arial"/>
              </a:rPr>
              <a:t>c</a:t>
            </a:r>
            <a:r>
              <a:rPr dirty="0" sz="750" spc="-20">
                <a:solidFill>
                  <a:srgbClr val="1F1F1F"/>
                </a:solidFill>
                <a:latin typeface="Arial"/>
                <a:cs typeface="Arial"/>
              </a:rPr>
              <a:t>ode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084" y="2428175"/>
            <a:ext cx="1148080" cy="0"/>
          </a:xfrm>
          <a:custGeom>
            <a:avLst/>
            <a:gdLst/>
            <a:ahLst/>
            <a:cxnLst/>
            <a:rect l="l" t="t" r="r" b="b"/>
            <a:pathLst>
              <a:path w="1148080" h="0">
                <a:moveTo>
                  <a:pt x="0" y="0"/>
                </a:moveTo>
                <a:lnTo>
                  <a:pt x="1147621" y="0"/>
                </a:lnTo>
              </a:path>
            </a:pathLst>
          </a:custGeom>
          <a:ln w="5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4792" y="1231352"/>
            <a:ext cx="3653154" cy="1023619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335" marR="5080" indent="-1270">
              <a:lnSpc>
                <a:spcPct val="112900"/>
              </a:lnSpc>
              <a:spcBef>
                <a:spcPts val="95"/>
              </a:spcBef>
            </a:pPr>
            <a:r>
              <a:rPr dirty="0" sz="2900" spc="-114" b="1">
                <a:solidFill>
                  <a:srgbClr val="281533"/>
                </a:solidFill>
                <a:latin typeface="Arial"/>
                <a:cs typeface="Arial"/>
              </a:rPr>
              <a:t>Bottlenecks</a:t>
            </a:r>
            <a:r>
              <a:rPr dirty="0" sz="2900" spc="-5" b="1">
                <a:solidFill>
                  <a:srgbClr val="281533"/>
                </a:solidFill>
                <a:latin typeface="Arial"/>
                <a:cs typeface="Arial"/>
              </a:rPr>
              <a:t> </a:t>
            </a:r>
            <a:r>
              <a:rPr dirty="0" sz="2900" spc="-25" b="1">
                <a:solidFill>
                  <a:srgbClr val="281533"/>
                </a:solidFill>
                <a:latin typeface="Arial"/>
                <a:cs typeface="Arial"/>
              </a:rPr>
              <a:t>in </a:t>
            </a:r>
            <a:r>
              <a:rPr dirty="0" sz="2900" spc="-55" b="1">
                <a:solidFill>
                  <a:srgbClr val="281533"/>
                </a:solidFill>
                <a:latin typeface="Arial"/>
                <a:cs typeface="Arial"/>
              </a:rPr>
              <a:t>Manual</a:t>
            </a:r>
            <a:r>
              <a:rPr dirty="0" sz="2900" spc="-145" b="1">
                <a:solidFill>
                  <a:srgbClr val="281533"/>
                </a:solidFill>
                <a:latin typeface="Arial"/>
                <a:cs typeface="Arial"/>
              </a:rPr>
              <a:t> </a:t>
            </a:r>
            <a:r>
              <a:rPr dirty="0" sz="2900" spc="-65" b="1">
                <a:solidFill>
                  <a:srgbClr val="281533"/>
                </a:solidFill>
                <a:latin typeface="Arial"/>
                <a:cs typeface="Arial"/>
              </a:rPr>
              <a:t>Code</a:t>
            </a:r>
            <a:r>
              <a:rPr dirty="0" sz="2900" spc="-125" b="1">
                <a:solidFill>
                  <a:srgbClr val="281533"/>
                </a:solidFill>
                <a:latin typeface="Arial"/>
                <a:cs typeface="Arial"/>
              </a:rPr>
              <a:t> </a:t>
            </a:r>
            <a:r>
              <a:rPr dirty="0" sz="2900" spc="-160" b="1">
                <a:solidFill>
                  <a:srgbClr val="281533"/>
                </a:solidFill>
                <a:latin typeface="Arial"/>
                <a:cs typeface="Arial"/>
              </a:rPr>
              <a:t>Reviews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1664" y="4747225"/>
            <a:ext cx="4225925" cy="14839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4445">
              <a:lnSpc>
                <a:spcPct val="127499"/>
              </a:lnSpc>
              <a:spcBef>
                <a:spcPts val="110"/>
              </a:spcBef>
            </a:pPr>
            <a:r>
              <a:rPr dirty="0" sz="1500" spc="-75" b="1">
                <a:solidFill>
                  <a:srgbClr val="493159"/>
                </a:solidFill>
                <a:latin typeface="Arial"/>
                <a:cs typeface="Arial"/>
              </a:rPr>
              <a:t>Engineering </a:t>
            </a:r>
            <a:r>
              <a:rPr dirty="0" sz="1500" spc="-70" b="1">
                <a:solidFill>
                  <a:srgbClr val="493159"/>
                </a:solidFill>
                <a:latin typeface="Arial"/>
                <a:cs typeface="Arial"/>
              </a:rPr>
              <a:t>teams</a:t>
            </a:r>
            <a:r>
              <a:rPr dirty="0" sz="1500" spc="-110" b="1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500" spc="-40" b="1">
                <a:solidFill>
                  <a:srgbClr val="493159"/>
                </a:solidFill>
                <a:latin typeface="Arial"/>
                <a:cs typeface="Arial"/>
              </a:rPr>
              <a:t>currently</a:t>
            </a:r>
            <a:r>
              <a:rPr dirty="0" sz="1500" spc="-90" b="1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500" spc="-60" b="1">
                <a:solidFill>
                  <a:srgbClr val="493159"/>
                </a:solidFill>
                <a:latin typeface="Arial"/>
                <a:cs typeface="Arial"/>
              </a:rPr>
              <a:t>face</a:t>
            </a:r>
            <a:r>
              <a:rPr dirty="0" sz="1500" spc="-35" b="1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500" spc="-85" b="1">
                <a:solidFill>
                  <a:srgbClr val="493159"/>
                </a:solidFill>
                <a:latin typeface="Arial"/>
                <a:cs typeface="Arial"/>
              </a:rPr>
              <a:t>a</a:t>
            </a:r>
            <a:r>
              <a:rPr dirty="0" sz="1500" spc="-105" b="1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493159"/>
                </a:solidFill>
                <a:latin typeface="Arial"/>
                <a:cs typeface="Arial"/>
              </a:rPr>
              <a:t>significant </a:t>
            </a:r>
            <a:r>
              <a:rPr dirty="0" sz="1500" spc="-40" b="1">
                <a:solidFill>
                  <a:srgbClr val="493159"/>
                </a:solidFill>
                <a:latin typeface="Arial"/>
                <a:cs typeface="Arial"/>
              </a:rPr>
              <a:t>review</a:t>
            </a:r>
            <a:r>
              <a:rPr dirty="0" sz="1500" spc="-65" b="1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493159"/>
                </a:solidFill>
                <a:latin typeface="Arial"/>
                <a:cs typeface="Arial"/>
              </a:rPr>
              <a:t>ta</a:t>
            </a:r>
            <a:r>
              <a:rPr dirty="0" sz="1500" spc="-10" b="1">
                <a:solidFill>
                  <a:srgbClr val="644F70"/>
                </a:solidFill>
                <a:latin typeface="Arial"/>
                <a:cs typeface="Arial"/>
              </a:rPr>
              <a:t>x,</a:t>
            </a:r>
            <a:r>
              <a:rPr dirty="0" sz="1500" spc="-260" b="1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1500" spc="-40" b="1">
                <a:solidFill>
                  <a:srgbClr val="493159"/>
                </a:solidFill>
                <a:latin typeface="Arial"/>
                <a:cs typeface="Arial"/>
              </a:rPr>
              <a:t>where</a:t>
            </a:r>
            <a:r>
              <a:rPr dirty="0" sz="1500" spc="-80" b="1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500" spc="-75" b="1">
                <a:solidFill>
                  <a:srgbClr val="493159"/>
                </a:solidFill>
                <a:latin typeface="Arial"/>
                <a:cs typeface="Arial"/>
              </a:rPr>
              <a:t>manual</a:t>
            </a:r>
            <a:r>
              <a:rPr dirty="0" sz="1500" spc="-25" b="1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500" spc="-65" b="1">
                <a:solidFill>
                  <a:srgbClr val="493159"/>
                </a:solidFill>
                <a:latin typeface="Arial"/>
                <a:cs typeface="Arial"/>
              </a:rPr>
              <a:t>code</a:t>
            </a:r>
            <a:r>
              <a:rPr dirty="0" sz="1500" spc="-105" b="1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500" spc="-100" b="1">
                <a:solidFill>
                  <a:srgbClr val="493159"/>
                </a:solidFill>
                <a:latin typeface="Arial"/>
                <a:cs typeface="Arial"/>
              </a:rPr>
              <a:t>analysis</a:t>
            </a:r>
            <a:r>
              <a:rPr dirty="0" sz="1500" spc="-85" b="1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500" spc="-75" b="1">
                <a:solidFill>
                  <a:srgbClr val="493159"/>
                </a:solidFill>
                <a:latin typeface="Arial"/>
                <a:cs typeface="Arial"/>
              </a:rPr>
              <a:t>consumes </a:t>
            </a:r>
            <a:r>
              <a:rPr dirty="0" sz="1500" b="1">
                <a:solidFill>
                  <a:srgbClr val="493159"/>
                </a:solidFill>
                <a:latin typeface="Arial"/>
                <a:cs typeface="Arial"/>
              </a:rPr>
              <a:t>30</a:t>
            </a:r>
            <a:r>
              <a:rPr dirty="0" sz="1500" b="1">
                <a:solidFill>
                  <a:srgbClr val="644F70"/>
                </a:solidFill>
                <a:latin typeface="Arial"/>
                <a:cs typeface="Arial"/>
              </a:rPr>
              <a:t>%</a:t>
            </a:r>
            <a:r>
              <a:rPr dirty="0" sz="1500" spc="-275" b="1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493159"/>
                </a:solidFill>
                <a:latin typeface="Arial"/>
                <a:cs typeface="Arial"/>
              </a:rPr>
              <a:t>of</a:t>
            </a:r>
            <a:r>
              <a:rPr dirty="0" sz="1500" spc="-75" b="1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493159"/>
                </a:solidFill>
                <a:latin typeface="Arial"/>
                <a:cs typeface="Arial"/>
              </a:rPr>
              <a:t>total</a:t>
            </a:r>
            <a:r>
              <a:rPr dirty="0" sz="1500" spc="-100" b="1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500" spc="-50" b="1">
                <a:solidFill>
                  <a:srgbClr val="493159"/>
                </a:solidFill>
                <a:latin typeface="Arial"/>
                <a:cs typeface="Arial"/>
              </a:rPr>
              <a:t>development</a:t>
            </a:r>
            <a:r>
              <a:rPr dirty="0" sz="1500" spc="35" b="1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493159"/>
                </a:solidFill>
                <a:latin typeface="Arial"/>
                <a:cs typeface="Arial"/>
              </a:rPr>
              <a:t>time</a:t>
            </a:r>
            <a:r>
              <a:rPr dirty="0" sz="1500" spc="-10" b="1">
                <a:solidFill>
                  <a:srgbClr val="644F70"/>
                </a:solidFill>
                <a:latin typeface="Arial"/>
                <a:cs typeface="Arial"/>
              </a:rPr>
              <a:t>,</a:t>
            </a:r>
            <a:r>
              <a:rPr dirty="0" sz="1500" spc="-245" b="1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493159"/>
                </a:solidFill>
                <a:latin typeface="Arial"/>
                <a:cs typeface="Arial"/>
              </a:rPr>
              <a:t>stalling </a:t>
            </a:r>
            <a:r>
              <a:rPr dirty="0" sz="1500" spc="-45" b="1">
                <a:solidFill>
                  <a:srgbClr val="493159"/>
                </a:solidFill>
                <a:latin typeface="Arial"/>
                <a:cs typeface="Arial"/>
              </a:rPr>
              <a:t>productivity</a:t>
            </a:r>
            <a:r>
              <a:rPr dirty="0" sz="1500" spc="-20" b="1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500" spc="-65" b="1">
                <a:solidFill>
                  <a:srgbClr val="493159"/>
                </a:solidFill>
                <a:latin typeface="Arial"/>
                <a:cs typeface="Arial"/>
              </a:rPr>
              <a:t>and</a:t>
            </a:r>
            <a:r>
              <a:rPr dirty="0" sz="1500" spc="-95" b="1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500" spc="-55" b="1">
                <a:solidFill>
                  <a:srgbClr val="493159"/>
                </a:solidFill>
                <a:latin typeface="Arial"/>
                <a:cs typeface="Arial"/>
              </a:rPr>
              <a:t>preventing </a:t>
            </a:r>
            <a:r>
              <a:rPr dirty="0" sz="1500" spc="-65" b="1">
                <a:solidFill>
                  <a:srgbClr val="493159"/>
                </a:solidFill>
                <a:latin typeface="Arial"/>
                <a:cs typeface="Arial"/>
              </a:rPr>
              <a:t>consistent</a:t>
            </a:r>
            <a:r>
              <a:rPr dirty="0" sz="1500" spc="25" b="1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493159"/>
                </a:solidFill>
                <a:latin typeface="Arial"/>
                <a:cs typeface="Arial"/>
              </a:rPr>
              <a:t>quality </a:t>
            </a:r>
            <a:r>
              <a:rPr dirty="0" sz="1500" spc="-55" b="1">
                <a:solidFill>
                  <a:srgbClr val="493159"/>
                </a:solidFill>
                <a:latin typeface="Arial"/>
                <a:cs typeface="Arial"/>
              </a:rPr>
              <a:t>acro</a:t>
            </a:r>
            <a:r>
              <a:rPr dirty="0" sz="1500" spc="-55" b="1">
                <a:solidFill>
                  <a:srgbClr val="644F70"/>
                </a:solidFill>
                <a:latin typeface="Arial"/>
                <a:cs typeface="Arial"/>
              </a:rPr>
              <a:t>s</a:t>
            </a:r>
            <a:r>
              <a:rPr dirty="0" sz="1500" spc="-55" b="1">
                <a:solidFill>
                  <a:srgbClr val="493159"/>
                </a:solidFill>
                <a:latin typeface="Arial"/>
                <a:cs typeface="Arial"/>
              </a:rPr>
              <a:t>scomple</a:t>
            </a:r>
            <a:r>
              <a:rPr dirty="0" sz="1500" spc="-55" b="1">
                <a:solidFill>
                  <a:srgbClr val="644F70"/>
                </a:solidFill>
                <a:latin typeface="Arial"/>
                <a:cs typeface="Arial"/>
              </a:rPr>
              <a:t>x,</a:t>
            </a:r>
            <a:r>
              <a:rPr dirty="0" sz="1500" spc="-55" b="1">
                <a:solidFill>
                  <a:srgbClr val="493159"/>
                </a:solidFill>
                <a:latin typeface="Arial"/>
                <a:cs typeface="Arial"/>
              </a:rPr>
              <a:t>growing</a:t>
            </a:r>
            <a:r>
              <a:rPr dirty="0" sz="1500" spc="-35" b="1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493159"/>
                </a:solidFill>
                <a:latin typeface="Arial"/>
                <a:cs typeface="Arial"/>
              </a:rPr>
              <a:t>codebase</a:t>
            </a:r>
            <a:r>
              <a:rPr dirty="0" sz="1500" spc="-10" b="1">
                <a:solidFill>
                  <a:srgbClr val="644F70"/>
                </a:solidFill>
                <a:latin typeface="Arial"/>
                <a:cs typeface="Arial"/>
              </a:rPr>
              <a:t>s</a:t>
            </a:r>
            <a:r>
              <a:rPr dirty="0" sz="1500" spc="-10" b="1">
                <a:solidFill>
                  <a:srgbClr val="493159"/>
                </a:solidFill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8182" y="1454852"/>
            <a:ext cx="1996439" cy="1428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z="1200" spc="-60" b="1">
                <a:solidFill>
                  <a:srgbClr val="281533"/>
                </a:solidFill>
                <a:latin typeface="Arial"/>
                <a:cs typeface="Arial"/>
              </a:rPr>
              <a:t>Missed</a:t>
            </a:r>
            <a:r>
              <a:rPr dirty="0" sz="1200" spc="-75" b="1">
                <a:solidFill>
                  <a:srgbClr val="281533"/>
                </a:solidFill>
                <a:latin typeface="Arial"/>
                <a:cs typeface="Arial"/>
              </a:rPr>
              <a:t> </a:t>
            </a:r>
            <a:r>
              <a:rPr dirty="0" sz="1200" spc="-95" b="1">
                <a:solidFill>
                  <a:srgbClr val="281533"/>
                </a:solidFill>
                <a:latin typeface="Arial"/>
                <a:cs typeface="Arial"/>
              </a:rPr>
              <a:t>Logic</a:t>
            </a:r>
            <a:r>
              <a:rPr dirty="0" sz="1200" spc="-75" b="1">
                <a:solidFill>
                  <a:srgbClr val="281533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81533"/>
                </a:solidFill>
                <a:latin typeface="Arial"/>
                <a:cs typeface="Arial"/>
              </a:rPr>
              <a:t>Errors</a:t>
            </a:r>
            <a:endParaRPr sz="1200">
              <a:latin typeface="Arial"/>
              <a:cs typeface="Arial"/>
            </a:endParaRPr>
          </a:p>
          <a:p>
            <a:pPr marL="12700" marR="5080" indent="3175">
              <a:lnSpc>
                <a:spcPct val="134800"/>
              </a:lnSpc>
              <a:spcBef>
                <a:spcPts val="380"/>
              </a:spcBef>
            </a:pPr>
            <a:r>
              <a:rPr dirty="0" sz="950" spc="30">
                <a:solidFill>
                  <a:srgbClr val="644F70"/>
                </a:solidFill>
                <a:latin typeface="Arial"/>
                <a:cs typeface="Arial"/>
              </a:rPr>
              <a:t>H</a:t>
            </a:r>
            <a:r>
              <a:rPr dirty="0" sz="950" spc="30">
                <a:solidFill>
                  <a:srgbClr val="493159"/>
                </a:solidFill>
                <a:latin typeface="Arial"/>
                <a:cs typeface="Arial"/>
              </a:rPr>
              <a:t>u</a:t>
            </a:r>
            <a:r>
              <a:rPr dirty="0" sz="950" spc="30">
                <a:solidFill>
                  <a:srgbClr val="644F70"/>
                </a:solidFill>
                <a:latin typeface="Arial"/>
                <a:cs typeface="Arial"/>
              </a:rPr>
              <a:t>man</a:t>
            </a:r>
            <a:r>
              <a:rPr dirty="0" sz="950" spc="-3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30">
                <a:solidFill>
                  <a:srgbClr val="644F70"/>
                </a:solidFill>
                <a:latin typeface="Arial"/>
                <a:cs typeface="Arial"/>
              </a:rPr>
              <a:t>reviewers</a:t>
            </a:r>
            <a:r>
              <a:rPr dirty="0" sz="950" spc="-3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644F70"/>
                </a:solidFill>
                <a:latin typeface="Arial"/>
                <a:cs typeface="Arial"/>
              </a:rPr>
              <a:t>frequently</a:t>
            </a:r>
            <a:r>
              <a:rPr dirty="0" sz="950" spc="-2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644F70"/>
                </a:solidFill>
                <a:latin typeface="Arial"/>
                <a:cs typeface="Arial"/>
              </a:rPr>
              <a:t>fail</a:t>
            </a:r>
            <a:r>
              <a:rPr dirty="0" sz="950" spc="-9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40">
                <a:solidFill>
                  <a:srgbClr val="644F70"/>
                </a:solidFill>
                <a:latin typeface="Arial"/>
                <a:cs typeface="Arial"/>
              </a:rPr>
              <a:t>to 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catch</a:t>
            </a:r>
            <a:r>
              <a:rPr dirty="0" sz="950" spc="-3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subt</a:t>
            </a:r>
            <a:r>
              <a:rPr dirty="0" sz="950" spc="10">
                <a:solidFill>
                  <a:srgbClr val="493159"/>
                </a:solidFill>
                <a:latin typeface="Arial"/>
                <a:cs typeface="Arial"/>
              </a:rPr>
              <a:t>l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e</a:t>
            </a:r>
            <a:r>
              <a:rPr dirty="0" sz="950" spc="9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logic</a:t>
            </a:r>
            <a:r>
              <a:rPr dirty="0" sz="950" spc="-3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60">
                <a:solidFill>
                  <a:srgbClr val="644F70"/>
                </a:solidFill>
                <a:latin typeface="Arial"/>
                <a:cs typeface="Arial"/>
              </a:rPr>
              <a:t>errors</a:t>
            </a:r>
            <a:r>
              <a:rPr dirty="0" sz="950" spc="-6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40">
                <a:solidFill>
                  <a:srgbClr val="644F70"/>
                </a:solidFill>
                <a:latin typeface="Arial"/>
                <a:cs typeface="Arial"/>
              </a:rPr>
              <a:t>or</a:t>
            </a:r>
            <a:r>
              <a:rPr dirty="0" sz="950" spc="50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comp</a:t>
            </a:r>
            <a:r>
              <a:rPr dirty="0" sz="950">
                <a:solidFill>
                  <a:srgbClr val="493159"/>
                </a:solidFill>
                <a:latin typeface="Arial"/>
                <a:cs typeface="Arial"/>
              </a:rPr>
              <a:t>l</a:t>
            </a: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ex</a:t>
            </a:r>
            <a:r>
              <a:rPr dirty="0" sz="950" spc="7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edge</a:t>
            </a:r>
            <a:r>
              <a:rPr dirty="0" sz="950" spc="-8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44F70"/>
                </a:solidFill>
                <a:latin typeface="Arial"/>
                <a:cs typeface="Arial"/>
              </a:rPr>
              <a:t>cases,</a:t>
            </a:r>
            <a:r>
              <a:rPr dirty="0" sz="950" spc="-9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44F70"/>
                </a:solidFill>
                <a:latin typeface="Arial"/>
                <a:cs typeface="Arial"/>
              </a:rPr>
              <a:t>particularly </a:t>
            </a:r>
            <a:r>
              <a:rPr dirty="0" sz="950" spc="50">
                <a:solidFill>
                  <a:srgbClr val="644F70"/>
                </a:solidFill>
                <a:latin typeface="Arial"/>
                <a:cs typeface="Arial"/>
              </a:rPr>
              <a:t>when</a:t>
            </a:r>
            <a:r>
              <a:rPr dirty="0" sz="950" spc="-6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30">
                <a:solidFill>
                  <a:srgbClr val="644F70"/>
                </a:solidFill>
                <a:latin typeface="Arial"/>
                <a:cs typeface="Arial"/>
              </a:rPr>
              <a:t>operating</a:t>
            </a:r>
            <a:r>
              <a:rPr dirty="0" sz="950" spc="-9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30">
                <a:solidFill>
                  <a:srgbClr val="644F70"/>
                </a:solidFill>
                <a:latin typeface="Arial"/>
                <a:cs typeface="Arial"/>
              </a:rPr>
              <a:t>under</a:t>
            </a:r>
            <a:r>
              <a:rPr dirty="0" sz="950" spc="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644F70"/>
                </a:solidFill>
                <a:latin typeface="Arial"/>
                <a:cs typeface="Arial"/>
              </a:rPr>
              <a:t>h</a:t>
            </a:r>
            <a:r>
              <a:rPr dirty="0" sz="950" spc="-20">
                <a:solidFill>
                  <a:srgbClr val="493159"/>
                </a:solidFill>
                <a:latin typeface="Arial"/>
                <a:cs typeface="Arial"/>
              </a:rPr>
              <a:t>i</a:t>
            </a:r>
            <a:r>
              <a:rPr dirty="0" sz="950" spc="-20">
                <a:solidFill>
                  <a:srgbClr val="644F70"/>
                </a:solidFill>
                <a:latin typeface="Arial"/>
                <a:cs typeface="Arial"/>
              </a:rPr>
              <a:t>gh-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pressure,</a:t>
            </a:r>
            <a:r>
              <a:rPr dirty="0" sz="950" spc="-3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t</a:t>
            </a:r>
            <a:r>
              <a:rPr dirty="0" sz="950" spc="10">
                <a:solidFill>
                  <a:srgbClr val="493159"/>
                </a:solidFill>
                <a:latin typeface="Arial"/>
                <a:cs typeface="Arial"/>
              </a:rPr>
              <a:t>i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ght</a:t>
            </a:r>
            <a:r>
              <a:rPr dirty="0" sz="950" spc="204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44F70"/>
                </a:solidFill>
                <a:latin typeface="Arial"/>
                <a:cs typeface="Arial"/>
              </a:rPr>
              <a:t>release</a:t>
            </a:r>
            <a:endParaRPr sz="95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395"/>
              </a:spcBef>
            </a:pP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cycle</a:t>
            </a:r>
            <a:r>
              <a:rPr dirty="0" sz="950" spc="-2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44F70"/>
                </a:solidFill>
                <a:latin typeface="Arial"/>
                <a:cs typeface="Arial"/>
              </a:rPr>
              <a:t>deadlines.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17381" y="3992416"/>
            <a:ext cx="1884680" cy="1428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 b="1">
                <a:solidFill>
                  <a:srgbClr val="281533"/>
                </a:solidFill>
                <a:latin typeface="Arial"/>
                <a:cs typeface="Arial"/>
              </a:rPr>
              <a:t>Technical</a:t>
            </a:r>
            <a:r>
              <a:rPr dirty="0" sz="1200" spc="-10" b="1">
                <a:solidFill>
                  <a:srgbClr val="281533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281533"/>
                </a:solidFill>
                <a:latin typeface="Arial"/>
                <a:cs typeface="Arial"/>
              </a:rPr>
              <a:t>Debt</a:t>
            </a:r>
            <a:endParaRPr sz="1200">
              <a:latin typeface="Arial"/>
              <a:cs typeface="Arial"/>
            </a:endParaRPr>
          </a:p>
          <a:p>
            <a:pPr marL="13335" marR="5080" indent="4445">
              <a:lnSpc>
                <a:spcPct val="134800"/>
              </a:lnSpc>
              <a:spcBef>
                <a:spcPts val="380"/>
              </a:spcBef>
            </a:pP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Legacy</a:t>
            </a:r>
            <a:r>
              <a:rPr dirty="0" sz="950" spc="-6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codebases</a:t>
            </a:r>
            <a:r>
              <a:rPr dirty="0" sz="950" spc="1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44F70"/>
                </a:solidFill>
                <a:latin typeface="Arial"/>
                <a:cs typeface="Arial"/>
              </a:rPr>
              <a:t>remain </a:t>
            </a:r>
            <a:r>
              <a:rPr dirty="0" sz="950" spc="20">
                <a:solidFill>
                  <a:srgbClr val="644F70"/>
                </a:solidFill>
                <a:latin typeface="Arial"/>
                <a:cs typeface="Arial"/>
              </a:rPr>
              <a:t>unoptimized</a:t>
            </a:r>
            <a:r>
              <a:rPr dirty="0" sz="950" spc="-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because</a:t>
            </a:r>
            <a:r>
              <a:rPr dirty="0" sz="950" spc="-9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44F70"/>
                </a:solidFill>
                <a:latin typeface="Arial"/>
                <a:cs typeface="Arial"/>
              </a:rPr>
              <a:t>the</a:t>
            </a:r>
            <a:r>
              <a:rPr dirty="0" sz="950" spc="16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44F70"/>
                </a:solidFill>
                <a:latin typeface="Arial"/>
                <a:cs typeface="Arial"/>
              </a:rPr>
              <a:t>manua</a:t>
            </a:r>
            <a:r>
              <a:rPr dirty="0" sz="950" spc="-10">
                <a:solidFill>
                  <a:srgbClr val="493159"/>
                </a:solidFill>
                <a:latin typeface="Arial"/>
                <a:cs typeface="Arial"/>
              </a:rPr>
              <a:t>l </a:t>
            </a:r>
            <a:r>
              <a:rPr dirty="0" sz="950" spc="30">
                <a:solidFill>
                  <a:srgbClr val="644F70"/>
                </a:solidFill>
                <a:latin typeface="Arial"/>
                <a:cs typeface="Arial"/>
              </a:rPr>
              <a:t>effo</a:t>
            </a:r>
            <a:r>
              <a:rPr dirty="0" sz="950" spc="30">
                <a:solidFill>
                  <a:srgbClr val="493159"/>
                </a:solidFill>
                <a:latin typeface="Arial"/>
                <a:cs typeface="Arial"/>
              </a:rPr>
              <a:t>r</a:t>
            </a:r>
            <a:r>
              <a:rPr dirty="0" sz="950" spc="30">
                <a:solidFill>
                  <a:srgbClr val="644F70"/>
                </a:solidFill>
                <a:latin typeface="Arial"/>
                <a:cs typeface="Arial"/>
              </a:rPr>
              <a:t>t</a:t>
            </a:r>
            <a:r>
              <a:rPr dirty="0" sz="950" spc="16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30">
                <a:solidFill>
                  <a:srgbClr val="644F70"/>
                </a:solidFill>
                <a:latin typeface="Arial"/>
                <a:cs typeface="Arial"/>
              </a:rPr>
              <a:t>required</a:t>
            </a:r>
            <a:r>
              <a:rPr dirty="0" sz="950" spc="-1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30">
                <a:solidFill>
                  <a:srgbClr val="644F70"/>
                </a:solidFill>
                <a:latin typeface="Arial"/>
                <a:cs typeface="Arial"/>
              </a:rPr>
              <a:t>to</a:t>
            </a:r>
            <a:r>
              <a:rPr dirty="0" sz="950" spc="10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30">
                <a:solidFill>
                  <a:srgbClr val="644F70"/>
                </a:solidFill>
                <a:latin typeface="Arial"/>
                <a:cs typeface="Arial"/>
              </a:rPr>
              <a:t>refactor</a:t>
            </a:r>
            <a:r>
              <a:rPr dirty="0" sz="950" spc="8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25">
                <a:solidFill>
                  <a:srgbClr val="644F70"/>
                </a:solidFill>
                <a:latin typeface="Arial"/>
                <a:cs typeface="Arial"/>
              </a:rPr>
              <a:t>or </a:t>
            </a:r>
            <a:r>
              <a:rPr dirty="0" sz="950" spc="70">
                <a:solidFill>
                  <a:srgbClr val="644F70"/>
                </a:solidFill>
                <a:latin typeface="Arial"/>
                <a:cs typeface="Arial"/>
              </a:rPr>
              <a:t>rewrite</a:t>
            </a:r>
            <a:r>
              <a:rPr dirty="0" sz="950" spc="-9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30">
                <a:solidFill>
                  <a:srgbClr val="644F70"/>
                </a:solidFill>
                <a:latin typeface="Arial"/>
                <a:cs typeface="Arial"/>
              </a:rPr>
              <a:t>problematic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44F70"/>
                </a:solidFill>
                <a:latin typeface="Arial"/>
                <a:cs typeface="Arial"/>
              </a:rPr>
              <a:t>segments</a:t>
            </a:r>
            <a:r>
              <a:rPr dirty="0" sz="950" spc="-2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493159"/>
                </a:solidFill>
                <a:latin typeface="Arial"/>
                <a:cs typeface="Arial"/>
              </a:rPr>
              <a:t>i</a:t>
            </a:r>
            <a:r>
              <a:rPr dirty="0" sz="950" spc="-25">
                <a:solidFill>
                  <a:srgbClr val="644F70"/>
                </a:solidFill>
                <a:latin typeface="Arial"/>
                <a:cs typeface="Arial"/>
              </a:rPr>
              <a:t>s </a:t>
            </a:r>
            <a:r>
              <a:rPr dirty="0" sz="950" spc="45">
                <a:solidFill>
                  <a:srgbClr val="644F70"/>
                </a:solidFill>
                <a:latin typeface="Arial"/>
                <a:cs typeface="Arial"/>
              </a:rPr>
              <a:t>proh</a:t>
            </a:r>
            <a:r>
              <a:rPr dirty="0" sz="950" spc="45">
                <a:solidFill>
                  <a:srgbClr val="493159"/>
                </a:solidFill>
                <a:latin typeface="Arial"/>
                <a:cs typeface="Arial"/>
              </a:rPr>
              <a:t>i</a:t>
            </a:r>
            <a:r>
              <a:rPr dirty="0" sz="950" spc="45">
                <a:solidFill>
                  <a:srgbClr val="644F70"/>
                </a:solidFill>
                <a:latin typeface="Arial"/>
                <a:cs typeface="Arial"/>
              </a:rPr>
              <a:t>bitively</a:t>
            </a:r>
            <a:r>
              <a:rPr dirty="0" sz="950" spc="6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hig</a:t>
            </a:r>
            <a:r>
              <a:rPr dirty="0" sz="950">
                <a:solidFill>
                  <a:srgbClr val="493159"/>
                </a:solidFill>
                <a:latin typeface="Arial"/>
                <a:cs typeface="Arial"/>
              </a:rPr>
              <a:t>h</a:t>
            </a:r>
            <a:r>
              <a:rPr dirty="0" sz="950" spc="-30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for</a:t>
            </a:r>
            <a:r>
              <a:rPr dirty="0" sz="950" spc="14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40">
                <a:solidFill>
                  <a:srgbClr val="644F70"/>
                </a:solidFill>
                <a:latin typeface="Arial"/>
                <a:cs typeface="Arial"/>
              </a:rPr>
              <a:t>current </a:t>
            </a:r>
            <a:r>
              <a:rPr dirty="0" sz="950" spc="20">
                <a:solidFill>
                  <a:srgbClr val="644F70"/>
                </a:solidFill>
                <a:latin typeface="Arial"/>
                <a:cs typeface="Arial"/>
              </a:rPr>
              <a:t>engineering</a:t>
            </a:r>
            <a:r>
              <a:rPr dirty="0" sz="950" spc="-3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44F70"/>
                </a:solidFill>
                <a:latin typeface="Arial"/>
                <a:cs typeface="Arial"/>
              </a:rPr>
              <a:t>teams.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42059" y="1454852"/>
            <a:ext cx="2012314" cy="1428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 sz="1200" spc="-45" b="1">
                <a:solidFill>
                  <a:srgbClr val="281533"/>
                </a:solidFill>
                <a:latin typeface="Arial"/>
                <a:cs typeface="Arial"/>
              </a:rPr>
              <a:t>Complexity </a:t>
            </a:r>
            <a:r>
              <a:rPr dirty="0" sz="1200" spc="-10" b="1">
                <a:solidFill>
                  <a:srgbClr val="281533"/>
                </a:solidFill>
                <a:latin typeface="Arial"/>
                <a:cs typeface="Arial"/>
              </a:rPr>
              <a:t>Limits</a:t>
            </a:r>
            <a:endParaRPr sz="1200">
              <a:latin typeface="Arial"/>
              <a:cs typeface="Arial"/>
            </a:endParaRPr>
          </a:p>
          <a:p>
            <a:pPr marL="14604" marR="5080" indent="-1270">
              <a:lnSpc>
                <a:spcPct val="134800"/>
              </a:lnSpc>
              <a:spcBef>
                <a:spcPts val="380"/>
              </a:spcBef>
            </a:pPr>
            <a:r>
              <a:rPr dirty="0" sz="950" spc="-20">
                <a:solidFill>
                  <a:srgbClr val="644F70"/>
                </a:solidFill>
                <a:latin typeface="Arial"/>
                <a:cs typeface="Arial"/>
              </a:rPr>
              <a:t>Teams</a:t>
            </a:r>
            <a:r>
              <a:rPr dirty="0" sz="950" spc="8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struggle</a:t>
            </a:r>
            <a:r>
              <a:rPr dirty="0" sz="950" spc="11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to</a:t>
            </a:r>
            <a:r>
              <a:rPr dirty="0" sz="950" spc="21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maintain</a:t>
            </a:r>
            <a:r>
              <a:rPr dirty="0" sz="950" spc="2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644F70"/>
                </a:solidFill>
                <a:latin typeface="Arial"/>
                <a:cs typeface="Arial"/>
              </a:rPr>
              <a:t>high 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standards</a:t>
            </a:r>
            <a:r>
              <a:rPr dirty="0" sz="950" spc="-3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of</a:t>
            </a:r>
            <a:r>
              <a:rPr dirty="0" sz="950" spc="9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code</a:t>
            </a:r>
            <a:r>
              <a:rPr dirty="0" sz="950" spc="-8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55">
                <a:solidFill>
                  <a:srgbClr val="644F70"/>
                </a:solidFill>
                <a:latin typeface="Arial"/>
                <a:cs typeface="Arial"/>
              </a:rPr>
              <a:t>review</a:t>
            </a:r>
            <a:r>
              <a:rPr dirty="0" sz="950" spc="-10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55">
                <a:solidFill>
                  <a:srgbClr val="644F70"/>
                </a:solidFill>
                <a:latin typeface="Arial"/>
                <a:cs typeface="Arial"/>
              </a:rPr>
              <a:t>quality</a:t>
            </a:r>
            <a:r>
              <a:rPr dirty="0" sz="950" spc="-4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644F70"/>
                </a:solidFill>
                <a:latin typeface="Arial"/>
                <a:cs typeface="Arial"/>
              </a:rPr>
              <a:t>as </a:t>
            </a: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the</a:t>
            </a:r>
            <a:r>
              <a:rPr dirty="0" sz="950" spc="18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size</a:t>
            </a:r>
            <a:r>
              <a:rPr dirty="0" sz="950" spc="-12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of</a:t>
            </a:r>
            <a:r>
              <a:rPr dirty="0" sz="950" spc="6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the</a:t>
            </a:r>
            <a:r>
              <a:rPr dirty="0" sz="950" spc="3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44F70"/>
                </a:solidFill>
                <a:latin typeface="Arial"/>
                <a:cs typeface="Arial"/>
              </a:rPr>
              <a:t>repository</a:t>
            </a:r>
            <a:endParaRPr sz="950">
              <a:latin typeface="Arial"/>
              <a:cs typeface="Arial"/>
            </a:endParaRPr>
          </a:p>
          <a:p>
            <a:pPr marL="17780" marR="332105" indent="-5715">
              <a:lnSpc>
                <a:spcPct val="134800"/>
              </a:lnSpc>
            </a:pPr>
            <a:r>
              <a:rPr dirty="0" sz="950" spc="50">
                <a:solidFill>
                  <a:srgbClr val="644F70"/>
                </a:solidFill>
                <a:latin typeface="Arial"/>
                <a:cs typeface="Arial"/>
              </a:rPr>
              <a:t>grows</a:t>
            </a:r>
            <a:r>
              <a:rPr dirty="0" sz="950" spc="-2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and</a:t>
            </a:r>
            <a:r>
              <a:rPr dirty="0" sz="950" spc="-6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the</a:t>
            </a:r>
            <a:r>
              <a:rPr dirty="0" sz="950" spc="5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44F70"/>
                </a:solidFill>
                <a:latin typeface="Arial"/>
                <a:cs typeface="Arial"/>
              </a:rPr>
              <a:t>underly</a:t>
            </a:r>
            <a:r>
              <a:rPr dirty="0" sz="950" spc="-10">
                <a:solidFill>
                  <a:srgbClr val="493159"/>
                </a:solidFill>
                <a:latin typeface="Arial"/>
                <a:cs typeface="Arial"/>
              </a:rPr>
              <a:t>i</a:t>
            </a:r>
            <a:r>
              <a:rPr dirty="0" sz="950" spc="-10">
                <a:solidFill>
                  <a:srgbClr val="644F70"/>
                </a:solidFill>
                <a:latin typeface="Arial"/>
                <a:cs typeface="Arial"/>
              </a:rPr>
              <a:t>ng </a:t>
            </a:r>
            <a:r>
              <a:rPr dirty="0" sz="950" spc="30">
                <a:solidFill>
                  <a:srgbClr val="644F70"/>
                </a:solidFill>
                <a:latin typeface="Arial"/>
                <a:cs typeface="Arial"/>
              </a:rPr>
              <a:t>system</a:t>
            </a:r>
            <a:r>
              <a:rPr dirty="0" sz="950" spc="-4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30">
                <a:solidFill>
                  <a:srgbClr val="644F70"/>
                </a:solidFill>
                <a:latin typeface="Arial"/>
                <a:cs typeface="Arial"/>
              </a:rPr>
              <a:t>architecture</a:t>
            </a:r>
            <a:r>
              <a:rPr dirty="0" sz="950" spc="2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44F70"/>
                </a:solidFill>
                <a:latin typeface="Arial"/>
                <a:cs typeface="Arial"/>
              </a:rPr>
              <a:t>becomes </a:t>
            </a:r>
            <a:r>
              <a:rPr dirty="0" sz="950" spc="50">
                <a:solidFill>
                  <a:srgbClr val="644F70"/>
                </a:solidFill>
                <a:latin typeface="Arial"/>
                <a:cs typeface="Arial"/>
              </a:rPr>
              <a:t>more</a:t>
            </a:r>
            <a:r>
              <a:rPr dirty="0" sz="950" spc="-15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44F70"/>
                </a:solidFill>
                <a:latin typeface="Arial"/>
                <a:cs typeface="Arial"/>
              </a:rPr>
              <a:t>complex.</a:t>
            </a:r>
            <a:endParaRPr sz="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44146" y="3992416"/>
            <a:ext cx="1861185" cy="1232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5" b="1">
                <a:solidFill>
                  <a:srgbClr val="281533"/>
                </a:solidFill>
                <a:latin typeface="Arial"/>
                <a:cs typeface="Arial"/>
              </a:rPr>
              <a:t>Context</a:t>
            </a:r>
            <a:r>
              <a:rPr dirty="0" sz="1200" spc="-30" b="1">
                <a:solidFill>
                  <a:srgbClr val="281533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81533"/>
                </a:solidFill>
                <a:latin typeface="Arial"/>
                <a:cs typeface="Arial"/>
              </a:rPr>
              <a:t>Switching</a:t>
            </a:r>
            <a:endParaRPr sz="1200">
              <a:latin typeface="Arial"/>
              <a:cs typeface="Arial"/>
            </a:endParaRPr>
          </a:p>
          <a:p>
            <a:pPr marL="13335" marR="5080" indent="2540">
              <a:lnSpc>
                <a:spcPct val="134800"/>
              </a:lnSpc>
              <a:spcBef>
                <a:spcPts val="380"/>
              </a:spcBef>
            </a:pP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Developers lose</a:t>
            </a:r>
            <a:r>
              <a:rPr dirty="0" sz="950" spc="-7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65">
                <a:solidFill>
                  <a:srgbClr val="644F70"/>
                </a:solidFill>
                <a:latin typeface="Arial"/>
                <a:cs typeface="Arial"/>
              </a:rPr>
              <a:t>their</a:t>
            </a:r>
            <a:r>
              <a:rPr dirty="0" sz="950" spc="-3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80">
                <a:solidFill>
                  <a:srgbClr val="644F70"/>
                </a:solidFill>
                <a:latin typeface="Arial"/>
                <a:cs typeface="Arial"/>
              </a:rPr>
              <a:t>flow</a:t>
            </a:r>
            <a:r>
              <a:rPr dirty="0" sz="950" spc="-3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44F70"/>
                </a:solidFill>
                <a:latin typeface="Arial"/>
                <a:cs typeface="Arial"/>
              </a:rPr>
              <a:t>state </a:t>
            </a:r>
            <a:r>
              <a:rPr dirty="0" sz="950" spc="20">
                <a:solidFill>
                  <a:srgbClr val="644F70"/>
                </a:solidFill>
                <a:latin typeface="Arial"/>
                <a:cs typeface="Arial"/>
              </a:rPr>
              <a:t>while</a:t>
            </a:r>
            <a:r>
              <a:rPr dirty="0" sz="950" spc="-2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644F70"/>
                </a:solidFill>
                <a:latin typeface="Arial"/>
                <a:cs typeface="Arial"/>
              </a:rPr>
              <a:t>waiting</a:t>
            </a:r>
            <a:r>
              <a:rPr dirty="0" sz="950" spc="-6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44F70"/>
                </a:solidFill>
                <a:latin typeface="Arial"/>
                <a:cs typeface="Arial"/>
              </a:rPr>
              <a:t>hours</a:t>
            </a:r>
            <a:r>
              <a:rPr dirty="0" sz="950" spc="-6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44F70"/>
                </a:solidFill>
                <a:latin typeface="Arial"/>
                <a:cs typeface="Arial"/>
              </a:rPr>
              <a:t>or</a:t>
            </a:r>
            <a:r>
              <a:rPr dirty="0" sz="950" spc="114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44F70"/>
                </a:solidFill>
                <a:latin typeface="Arial"/>
                <a:cs typeface="Arial"/>
              </a:rPr>
              <a:t>even</a:t>
            </a:r>
            <a:r>
              <a:rPr dirty="0" sz="950" spc="-7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644F70"/>
                </a:solidFill>
                <a:latin typeface="Arial"/>
                <a:cs typeface="Arial"/>
              </a:rPr>
              <a:t>days 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for</a:t>
            </a:r>
            <a:r>
              <a:rPr dirty="0" sz="950" spc="29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feedback</a:t>
            </a:r>
            <a:r>
              <a:rPr dirty="0" sz="950" spc="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on</a:t>
            </a:r>
            <a:r>
              <a:rPr dirty="0" sz="950" spc="2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simple</a:t>
            </a:r>
            <a:r>
              <a:rPr dirty="0" sz="950" spc="-6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syntax</a:t>
            </a:r>
            <a:r>
              <a:rPr dirty="0" sz="95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644F70"/>
                </a:solidFill>
                <a:latin typeface="Arial"/>
                <a:cs typeface="Arial"/>
              </a:rPr>
              <a:t>or </a:t>
            </a:r>
            <a:r>
              <a:rPr dirty="0" sz="950" spc="20">
                <a:solidFill>
                  <a:srgbClr val="644F70"/>
                </a:solidFill>
                <a:latin typeface="Arial"/>
                <a:cs typeface="Arial"/>
              </a:rPr>
              <a:t>logic</a:t>
            </a:r>
            <a:r>
              <a:rPr dirty="0" sz="950" spc="-3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44F70"/>
                </a:solidFill>
                <a:latin typeface="Arial"/>
                <a:cs typeface="Arial"/>
              </a:rPr>
              <a:t>improvements,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44F70"/>
                </a:solidFill>
                <a:latin typeface="Arial"/>
                <a:cs typeface="Arial"/>
              </a:rPr>
              <a:t>drastically </a:t>
            </a:r>
            <a:r>
              <a:rPr dirty="0" sz="950" spc="20">
                <a:solidFill>
                  <a:srgbClr val="644F70"/>
                </a:solidFill>
                <a:latin typeface="Arial"/>
                <a:cs typeface="Arial"/>
              </a:rPr>
              <a:t>reducing</a:t>
            </a:r>
            <a:r>
              <a:rPr dirty="0" sz="950" spc="-7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44F70"/>
                </a:solidFill>
                <a:latin typeface="Arial"/>
                <a:cs typeface="Arial"/>
              </a:rPr>
              <a:t>overall</a:t>
            </a:r>
            <a:r>
              <a:rPr dirty="0" sz="950" spc="-35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65">
                <a:solidFill>
                  <a:srgbClr val="644F70"/>
                </a:solidFill>
                <a:latin typeface="Arial"/>
                <a:cs typeface="Arial"/>
              </a:rPr>
              <a:t>output</a:t>
            </a:r>
            <a:r>
              <a:rPr dirty="0" sz="950" spc="10">
                <a:solidFill>
                  <a:srgbClr val="644F70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44F70"/>
                </a:solidFill>
                <a:latin typeface="Arial"/>
                <a:cs typeface="Arial"/>
              </a:rPr>
              <a:t>velocity.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0979" marR="5080" indent="22225">
              <a:lnSpc>
                <a:spcPct val="116599"/>
              </a:lnSpc>
              <a:spcBef>
                <a:spcPts val="95"/>
              </a:spcBef>
            </a:pPr>
            <a:r>
              <a:rPr dirty="0" sz="2200" spc="70">
                <a:solidFill>
                  <a:srgbClr val="2A1836"/>
                </a:solidFill>
              </a:rPr>
              <a:t>Introducing</a:t>
            </a:r>
            <a:r>
              <a:rPr dirty="0" sz="2200" spc="-114">
                <a:solidFill>
                  <a:srgbClr val="2A1836"/>
                </a:solidFill>
              </a:rPr>
              <a:t> </a:t>
            </a:r>
            <a:r>
              <a:rPr dirty="0" sz="2200" spc="95">
                <a:solidFill>
                  <a:srgbClr val="2A1836"/>
                </a:solidFill>
              </a:rPr>
              <a:t>the</a:t>
            </a:r>
            <a:r>
              <a:rPr dirty="0" sz="2200" spc="-114">
                <a:solidFill>
                  <a:srgbClr val="2A1836"/>
                </a:solidFill>
              </a:rPr>
              <a:t> </a:t>
            </a:r>
            <a:r>
              <a:rPr dirty="0" sz="2200">
                <a:solidFill>
                  <a:srgbClr val="2A1836"/>
                </a:solidFill>
              </a:rPr>
              <a:t>Alpha</a:t>
            </a:r>
            <a:r>
              <a:rPr dirty="0" sz="2200" spc="65">
                <a:solidFill>
                  <a:srgbClr val="2A1836"/>
                </a:solidFill>
              </a:rPr>
              <a:t> </a:t>
            </a:r>
            <a:r>
              <a:rPr dirty="0" sz="2200" spc="-20">
                <a:solidFill>
                  <a:srgbClr val="2A1836"/>
                </a:solidFill>
              </a:rPr>
              <a:t>Code </a:t>
            </a:r>
            <a:r>
              <a:rPr dirty="0" sz="2200">
                <a:solidFill>
                  <a:srgbClr val="2A1836"/>
                </a:solidFill>
              </a:rPr>
              <a:t>Analyzer</a:t>
            </a:r>
            <a:r>
              <a:rPr dirty="0" sz="2200" spc="295">
                <a:solidFill>
                  <a:srgbClr val="2A1836"/>
                </a:solidFill>
              </a:rPr>
              <a:t> </a:t>
            </a:r>
            <a:r>
              <a:rPr dirty="0" sz="2200">
                <a:solidFill>
                  <a:srgbClr val="2A1836"/>
                </a:solidFill>
              </a:rPr>
              <a:t>Solution</a:t>
            </a:r>
            <a:r>
              <a:rPr dirty="0" sz="2200" spc="190">
                <a:solidFill>
                  <a:srgbClr val="2A1836"/>
                </a:solidFill>
              </a:rPr>
              <a:t> </a:t>
            </a:r>
            <a:r>
              <a:rPr dirty="0" sz="2200" spc="50">
                <a:solidFill>
                  <a:srgbClr val="2A1836"/>
                </a:solidFill>
              </a:rPr>
              <a:t>Ove</a:t>
            </a:r>
            <a:r>
              <a:rPr dirty="0" sz="2200" spc="50">
                <a:solidFill>
                  <a:srgbClr val="543D62"/>
                </a:solidFill>
              </a:rPr>
              <a:t>rv</a:t>
            </a:r>
            <a:r>
              <a:rPr dirty="0" sz="2200" spc="50">
                <a:solidFill>
                  <a:srgbClr val="2A1836"/>
                </a:solidFill>
              </a:rPr>
              <a:t>ie</a:t>
            </a:r>
            <a:r>
              <a:rPr dirty="0" sz="2200" spc="50">
                <a:solidFill>
                  <a:srgbClr val="543D62"/>
                </a:solidFill>
              </a:rPr>
              <a:t>w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418032" y="2710975"/>
            <a:ext cx="2527300" cy="129413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1367790">
              <a:lnSpc>
                <a:spcPct val="100000"/>
              </a:lnSpc>
              <a:spcBef>
                <a:spcPts val="875"/>
              </a:spcBef>
            </a:pPr>
            <a:r>
              <a:rPr dirty="0" sz="1200" b="1">
                <a:solidFill>
                  <a:srgbClr val="2A1836"/>
                </a:solidFill>
                <a:latin typeface="Arial"/>
                <a:cs typeface="Arial"/>
              </a:rPr>
              <a:t>Direct</a:t>
            </a:r>
            <a:r>
              <a:rPr dirty="0" sz="1200" spc="-110" b="1">
                <a:solidFill>
                  <a:srgbClr val="2A1836"/>
                </a:solidFill>
                <a:latin typeface="Arial"/>
                <a:cs typeface="Arial"/>
              </a:rPr>
              <a:t> </a:t>
            </a:r>
            <a:r>
              <a:rPr dirty="0" sz="1200" spc="-40" b="1">
                <a:solidFill>
                  <a:srgbClr val="2A1836"/>
                </a:solidFill>
                <a:latin typeface="Arial"/>
                <a:cs typeface="Arial"/>
              </a:rPr>
              <a:t>LLM</a:t>
            </a:r>
            <a:r>
              <a:rPr dirty="0" sz="1200" spc="-120" b="1">
                <a:solidFill>
                  <a:srgbClr val="2A1836"/>
                </a:solidFill>
                <a:latin typeface="Arial"/>
                <a:cs typeface="Arial"/>
              </a:rPr>
              <a:t> </a:t>
            </a:r>
            <a:r>
              <a:rPr dirty="0" sz="1200" spc="-70" b="1">
                <a:solidFill>
                  <a:srgbClr val="2A1836"/>
                </a:solidFill>
                <a:latin typeface="Arial"/>
                <a:cs typeface="Arial"/>
              </a:rPr>
              <a:t>Logic</a:t>
            </a:r>
            <a:endParaRPr sz="1200">
              <a:latin typeface="Arial"/>
              <a:cs typeface="Arial"/>
            </a:endParaRPr>
          </a:p>
          <a:p>
            <a:pPr algn="r" marL="203835" marR="5080" indent="-191770">
              <a:lnSpc>
                <a:spcPct val="136300"/>
              </a:lnSpc>
              <a:spcBef>
                <a:spcPts val="250"/>
              </a:spcBef>
            </a:pP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Utilizing</a:t>
            </a:r>
            <a:r>
              <a:rPr dirty="0" sz="1150" spc="-6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43D62"/>
                </a:solidFill>
                <a:latin typeface="Arial"/>
                <a:cs typeface="Arial"/>
              </a:rPr>
              <a:t>advanced</a:t>
            </a:r>
            <a:r>
              <a:rPr dirty="0" sz="1150" spc="15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LLM</a:t>
            </a:r>
            <a:r>
              <a:rPr dirty="0" sz="1150" spc="5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capabilities</a:t>
            </a:r>
            <a:r>
              <a:rPr dirty="0" sz="1150" spc="16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543D62"/>
                </a:solidFill>
                <a:latin typeface="Arial"/>
                <a:cs typeface="Arial"/>
              </a:rPr>
              <a:t>to </a:t>
            </a:r>
            <a:r>
              <a:rPr dirty="0" sz="1150" spc="10">
                <a:solidFill>
                  <a:srgbClr val="543D62"/>
                </a:solidFill>
                <a:latin typeface="Arial"/>
                <a:cs typeface="Arial"/>
              </a:rPr>
              <a:t>provide</a:t>
            </a:r>
            <a:r>
              <a:rPr dirty="0" sz="1150" spc="-2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543D62"/>
                </a:solidFill>
                <a:latin typeface="Arial"/>
                <a:cs typeface="Arial"/>
              </a:rPr>
              <a:t>sophisticated</a:t>
            </a:r>
            <a:r>
              <a:rPr dirty="0" sz="1150" spc="1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reasoning</a:t>
            </a:r>
            <a:r>
              <a:rPr dirty="0" sz="1150" spc="-3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543D62"/>
                </a:solidFill>
                <a:latin typeface="Arial"/>
                <a:cs typeface="Arial"/>
              </a:rPr>
              <a:t>on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complex</a:t>
            </a:r>
            <a:r>
              <a:rPr dirty="0" sz="1150" spc="1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543D62"/>
                </a:solidFill>
                <a:latin typeface="Arial"/>
                <a:cs typeface="Arial"/>
              </a:rPr>
              <a:t>logic</a:t>
            </a:r>
            <a:r>
              <a:rPr dirty="0" sz="1150" spc="-2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543D62"/>
                </a:solidFill>
                <a:latin typeface="Arial"/>
                <a:cs typeface="Arial"/>
              </a:rPr>
              <a:t>directly</a:t>
            </a:r>
            <a:r>
              <a:rPr dirty="0" sz="1150" spc="6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55">
                <a:solidFill>
                  <a:srgbClr val="543D62"/>
                </a:solidFill>
                <a:latin typeface="Arial"/>
                <a:cs typeface="Arial"/>
              </a:rPr>
              <a:t>within</a:t>
            </a:r>
            <a:r>
              <a:rPr dirty="0" sz="1150" spc="-4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543D62"/>
                </a:solidFill>
                <a:latin typeface="Arial"/>
                <a:cs typeface="Arial"/>
              </a:rPr>
              <a:t>the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development</a:t>
            </a:r>
            <a:r>
              <a:rPr dirty="0" sz="1150" spc="12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43D62"/>
                </a:solidFill>
                <a:latin typeface="Arial"/>
                <a:cs typeface="Arial"/>
              </a:rPr>
              <a:t>environment.</a:t>
            </a:r>
            <a:endParaRPr sz="11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7298" y="4709133"/>
            <a:ext cx="2552700" cy="1206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5240">
              <a:lnSpc>
                <a:spcPct val="100000"/>
              </a:lnSpc>
              <a:spcBef>
                <a:spcPts val="100"/>
              </a:spcBef>
            </a:pPr>
            <a:r>
              <a:rPr dirty="0" sz="1200" spc="-65" b="1">
                <a:solidFill>
                  <a:srgbClr val="2A1836"/>
                </a:solidFill>
                <a:latin typeface="Arial"/>
                <a:cs typeface="Arial"/>
              </a:rPr>
              <a:t>Specialized</a:t>
            </a:r>
            <a:r>
              <a:rPr dirty="0" sz="1200" spc="20" b="1">
                <a:solidFill>
                  <a:srgbClr val="2A1836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2A1836"/>
                </a:solidFill>
                <a:latin typeface="Arial"/>
                <a:cs typeface="Arial"/>
              </a:rPr>
              <a:t>Flow</a:t>
            </a:r>
            <a:endParaRPr sz="1200">
              <a:latin typeface="Arial"/>
              <a:cs typeface="Arial"/>
            </a:endParaRPr>
          </a:p>
          <a:p>
            <a:pPr algn="r" marL="105410" marR="5080" indent="-93345">
              <a:lnSpc>
                <a:spcPct val="136300"/>
              </a:lnSpc>
              <a:spcBef>
                <a:spcPts val="335"/>
              </a:spcBef>
            </a:pPr>
            <a:r>
              <a:rPr dirty="0" sz="1150" spc="-25">
                <a:solidFill>
                  <a:srgbClr val="543D62"/>
                </a:solidFill>
                <a:latin typeface="Arial"/>
                <a:cs typeface="Arial"/>
              </a:rPr>
              <a:t>Access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 dedicated</a:t>
            </a:r>
            <a:r>
              <a:rPr dirty="0" sz="1150" spc="11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workflows</a:t>
            </a:r>
            <a:r>
              <a:rPr dirty="0" sz="1150" spc="8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for</a:t>
            </a:r>
            <a:r>
              <a:rPr dirty="0" sz="1150" spc="229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43D62"/>
                </a:solidFill>
                <a:latin typeface="Arial"/>
                <a:cs typeface="Arial"/>
              </a:rPr>
              <a:t>fixing, </a:t>
            </a:r>
            <a:r>
              <a:rPr dirty="0" sz="1150" spc="20">
                <a:solidFill>
                  <a:srgbClr val="543D62"/>
                </a:solidFill>
                <a:latin typeface="Arial"/>
                <a:cs typeface="Arial"/>
              </a:rPr>
              <a:t>testing,</a:t>
            </a:r>
            <a:r>
              <a:rPr dirty="0" sz="1150" spc="-8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543D62"/>
                </a:solidFill>
                <a:latin typeface="Arial"/>
                <a:cs typeface="Arial"/>
              </a:rPr>
              <a:t>and</a:t>
            </a:r>
            <a:r>
              <a:rPr dirty="0" sz="1150" spc="-6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20">
                <a:solidFill>
                  <a:srgbClr val="543D62"/>
                </a:solidFill>
                <a:latin typeface="Arial"/>
                <a:cs typeface="Arial"/>
              </a:rPr>
              <a:t>optimizing</a:t>
            </a:r>
            <a:r>
              <a:rPr dirty="0" sz="1150" spc="-11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43D62"/>
                </a:solidFill>
                <a:latin typeface="Arial"/>
                <a:cs typeface="Arial"/>
              </a:rPr>
              <a:t>code,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streamlining</a:t>
            </a:r>
            <a:r>
              <a:rPr dirty="0" sz="1150" spc="-5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development</a:t>
            </a:r>
            <a:r>
              <a:rPr dirty="0" sz="1150" spc="21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tasks</a:t>
            </a:r>
            <a:r>
              <a:rPr dirty="0" sz="1150" spc="5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60">
                <a:solidFill>
                  <a:srgbClr val="543D62"/>
                </a:solidFill>
                <a:latin typeface="Arial"/>
                <a:cs typeface="Arial"/>
              </a:rPr>
              <a:t>with </a:t>
            </a:r>
            <a:r>
              <a:rPr dirty="0" sz="1150" spc="10">
                <a:solidFill>
                  <a:srgbClr val="543D62"/>
                </a:solidFill>
                <a:latin typeface="Arial"/>
                <a:cs typeface="Arial"/>
              </a:rPr>
              <a:t>efficient</a:t>
            </a:r>
            <a:r>
              <a:rPr dirty="0" sz="1150" spc="4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single-</a:t>
            </a:r>
            <a:r>
              <a:rPr dirty="0" sz="1150" spc="10">
                <a:solidFill>
                  <a:srgbClr val="543D62"/>
                </a:solidFill>
                <a:latin typeface="Arial"/>
                <a:cs typeface="Arial"/>
              </a:rPr>
              <a:t>click</a:t>
            </a:r>
            <a:r>
              <a:rPr dirty="0" sz="1150" spc="12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43D62"/>
                </a:solidFill>
                <a:latin typeface="Arial"/>
                <a:cs typeface="Arial"/>
              </a:rPr>
              <a:t>actions.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42262" y="2710975"/>
            <a:ext cx="2602865" cy="129413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875"/>
              </a:spcBef>
            </a:pPr>
            <a:r>
              <a:rPr dirty="0" sz="1200" spc="-45" b="1">
                <a:solidFill>
                  <a:srgbClr val="2A1836"/>
                </a:solidFill>
                <a:latin typeface="Arial"/>
                <a:cs typeface="Arial"/>
              </a:rPr>
              <a:t>Universal</a:t>
            </a:r>
            <a:r>
              <a:rPr dirty="0" sz="1200" spc="-35" b="1">
                <a:solidFill>
                  <a:srgbClr val="2A1836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A1836"/>
                </a:solidFill>
                <a:latin typeface="Arial"/>
                <a:cs typeface="Arial"/>
              </a:rPr>
              <a:t>Inputs</a:t>
            </a:r>
            <a:endParaRPr sz="1200">
              <a:latin typeface="Arial"/>
              <a:cs typeface="Arial"/>
            </a:endParaRPr>
          </a:p>
          <a:p>
            <a:pPr marL="14604" marR="5080" indent="-2540">
              <a:lnSpc>
                <a:spcPct val="136300"/>
              </a:lnSpc>
              <a:spcBef>
                <a:spcPts val="250"/>
              </a:spcBef>
            </a:pPr>
            <a:r>
              <a:rPr dirty="0" sz="1150" spc="10">
                <a:solidFill>
                  <a:srgbClr val="543D62"/>
                </a:solidFill>
                <a:latin typeface="Arial"/>
                <a:cs typeface="Arial"/>
              </a:rPr>
              <a:t>The</a:t>
            </a:r>
            <a:r>
              <a:rPr dirty="0" sz="1150" spc="-7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system</a:t>
            </a:r>
            <a:r>
              <a:rPr dirty="0" sz="1150" spc="-5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543D62"/>
                </a:solidFill>
                <a:latin typeface="Arial"/>
                <a:cs typeface="Arial"/>
              </a:rPr>
              <a:t>features</a:t>
            </a:r>
            <a:r>
              <a:rPr dirty="0" sz="1150" spc="-3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543D62"/>
                </a:solidFill>
                <a:latin typeface="Arial"/>
                <a:cs typeface="Arial"/>
              </a:rPr>
              <a:t>flexible</a:t>
            </a:r>
            <a:r>
              <a:rPr dirty="0" sz="1150" spc="-3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746280"/>
                </a:solidFill>
                <a:latin typeface="Arial"/>
                <a:cs typeface="Arial"/>
              </a:rPr>
              <a:t>i</a:t>
            </a:r>
            <a:r>
              <a:rPr dirty="0" sz="1150" spc="-10">
                <a:solidFill>
                  <a:srgbClr val="543D62"/>
                </a:solidFill>
                <a:latin typeface="Arial"/>
                <a:cs typeface="Arial"/>
              </a:rPr>
              <a:t>ngest</a:t>
            </a:r>
            <a:r>
              <a:rPr dirty="0" sz="1150" spc="-10">
                <a:solidFill>
                  <a:srgbClr val="746280"/>
                </a:solidFill>
                <a:latin typeface="Arial"/>
                <a:cs typeface="Arial"/>
              </a:rPr>
              <a:t>i</a:t>
            </a:r>
            <a:r>
              <a:rPr dirty="0" sz="1150" spc="-10">
                <a:solidFill>
                  <a:srgbClr val="543D62"/>
                </a:solidFill>
                <a:latin typeface="Arial"/>
                <a:cs typeface="Arial"/>
              </a:rPr>
              <a:t>on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capabilities,</a:t>
            </a:r>
            <a:r>
              <a:rPr dirty="0" sz="1150" spc="-2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43D62"/>
                </a:solidFill>
                <a:latin typeface="Arial"/>
                <a:cs typeface="Arial"/>
              </a:rPr>
              <a:t>seamlessly</a:t>
            </a:r>
            <a:r>
              <a:rPr dirty="0" sz="1150" spc="4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handling</a:t>
            </a:r>
            <a:r>
              <a:rPr dirty="0" sz="1150" spc="-9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43D62"/>
                </a:solidFill>
                <a:latin typeface="Arial"/>
                <a:cs typeface="Arial"/>
              </a:rPr>
              <a:t>inputs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ranging</a:t>
            </a:r>
            <a:r>
              <a:rPr dirty="0" sz="1150" spc="-1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55">
                <a:solidFill>
                  <a:srgbClr val="543D62"/>
                </a:solidFill>
                <a:latin typeface="Arial"/>
                <a:cs typeface="Arial"/>
              </a:rPr>
              <a:t>from</a:t>
            </a:r>
            <a:r>
              <a:rPr dirty="0" sz="1150" spc="-2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single</a:t>
            </a:r>
            <a:r>
              <a:rPr dirty="0" sz="1150" spc="-5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pasted</a:t>
            </a:r>
            <a:r>
              <a:rPr dirty="0" sz="1150" spc="-5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functions</a:t>
            </a:r>
            <a:r>
              <a:rPr dirty="0" sz="1150" spc="2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543D62"/>
                </a:solidFill>
                <a:latin typeface="Arial"/>
                <a:cs typeface="Arial"/>
              </a:rPr>
              <a:t>to </a:t>
            </a:r>
            <a:r>
              <a:rPr dirty="0" sz="1150" spc="65">
                <a:solidFill>
                  <a:srgbClr val="543D62"/>
                </a:solidFill>
                <a:latin typeface="Arial"/>
                <a:cs typeface="Arial"/>
              </a:rPr>
              <a:t>full</a:t>
            </a:r>
            <a:r>
              <a:rPr dirty="0" sz="1150" spc="-7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20">
                <a:solidFill>
                  <a:srgbClr val="543D62"/>
                </a:solidFill>
                <a:latin typeface="Arial"/>
                <a:cs typeface="Arial"/>
              </a:rPr>
              <a:t>GitHub</a:t>
            </a:r>
            <a:r>
              <a:rPr dirty="0" sz="1150" spc="-5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43D62"/>
                </a:solidFill>
                <a:latin typeface="Arial"/>
                <a:cs typeface="Arial"/>
              </a:rPr>
              <a:t>repositories.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45321" y="4709133"/>
            <a:ext cx="2555240" cy="1212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 b="1">
                <a:solidFill>
                  <a:srgbClr val="2A1836"/>
                </a:solidFill>
                <a:latin typeface="Arial"/>
                <a:cs typeface="Arial"/>
              </a:rPr>
              <a:t>Fast</a:t>
            </a:r>
            <a:r>
              <a:rPr dirty="0" sz="1200" spc="-110" b="1">
                <a:solidFill>
                  <a:srgbClr val="2A1836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A1836"/>
                </a:solidFill>
                <a:latin typeface="Arial"/>
                <a:cs typeface="Arial"/>
              </a:rPr>
              <a:t>Feedback</a:t>
            </a:r>
            <a:endParaRPr sz="1200">
              <a:latin typeface="Arial"/>
              <a:cs typeface="Arial"/>
            </a:endParaRPr>
          </a:p>
          <a:p>
            <a:pPr marL="13335" marR="5080" indent="-635">
              <a:lnSpc>
                <a:spcPct val="137300"/>
              </a:lnSpc>
              <a:spcBef>
                <a:spcPts val="320"/>
              </a:spcBef>
            </a:pP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Accelerating</a:t>
            </a:r>
            <a:r>
              <a:rPr dirty="0" sz="1150" spc="-2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the</a:t>
            </a:r>
            <a:r>
              <a:rPr dirty="0" sz="1150" spc="12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development</a:t>
            </a:r>
            <a:r>
              <a:rPr dirty="0" sz="1150" spc="13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43D62"/>
                </a:solidFill>
                <a:latin typeface="Arial"/>
                <a:cs typeface="Arial"/>
              </a:rPr>
              <a:t>process </a:t>
            </a:r>
            <a:r>
              <a:rPr dirty="0" sz="1150" spc="10">
                <a:solidFill>
                  <a:srgbClr val="543D62"/>
                </a:solidFill>
                <a:latin typeface="Arial"/>
                <a:cs typeface="Arial"/>
              </a:rPr>
              <a:t>significantly by</a:t>
            </a:r>
            <a:r>
              <a:rPr dirty="0" sz="1150" spc="-4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543D62"/>
                </a:solidFill>
                <a:latin typeface="Arial"/>
                <a:cs typeface="Arial"/>
              </a:rPr>
              <a:t>reducing</a:t>
            </a:r>
            <a:r>
              <a:rPr dirty="0" sz="1150" spc="-9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543D62"/>
                </a:solidFill>
                <a:latin typeface="Arial"/>
                <a:cs typeface="Arial"/>
              </a:rPr>
              <a:t>the time-</a:t>
            </a:r>
            <a:r>
              <a:rPr dirty="0" sz="1150" spc="-25">
                <a:solidFill>
                  <a:srgbClr val="543D62"/>
                </a:solidFill>
                <a:latin typeface="Arial"/>
                <a:cs typeface="Arial"/>
              </a:rPr>
              <a:t>to-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insight</a:t>
            </a:r>
            <a:r>
              <a:rPr dirty="0" sz="1150" spc="-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for</a:t>
            </a:r>
            <a:r>
              <a:rPr dirty="0" sz="1150" spc="12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code</a:t>
            </a:r>
            <a:r>
              <a:rPr dirty="0" sz="1150" spc="-5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ana</a:t>
            </a:r>
            <a:r>
              <a:rPr dirty="0" sz="1150">
                <a:solidFill>
                  <a:srgbClr val="746280"/>
                </a:solidFill>
                <a:latin typeface="Arial"/>
                <a:cs typeface="Arial"/>
              </a:rPr>
              <a:t>l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ysis</a:t>
            </a:r>
            <a:r>
              <a:rPr dirty="0" sz="1150" spc="-18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65">
                <a:solidFill>
                  <a:srgbClr val="543D62"/>
                </a:solidFill>
                <a:latin typeface="Arial"/>
                <a:cs typeface="Arial"/>
              </a:rPr>
              <a:t>from</a:t>
            </a:r>
            <a:r>
              <a:rPr dirty="0" sz="1150" spc="-7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43D62"/>
                </a:solidFill>
                <a:latin typeface="Arial"/>
                <a:cs typeface="Arial"/>
              </a:rPr>
              <a:t>hours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down</a:t>
            </a:r>
            <a:r>
              <a:rPr dirty="0" sz="1150" spc="-3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to</a:t>
            </a:r>
            <a:r>
              <a:rPr dirty="0" sz="1150" spc="120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43D62"/>
                </a:solidFill>
                <a:latin typeface="Arial"/>
                <a:cs typeface="Arial"/>
              </a:rPr>
              <a:t>mere</a:t>
            </a:r>
            <a:r>
              <a:rPr dirty="0" sz="1150" spc="-35">
                <a:solidFill>
                  <a:srgbClr val="543D6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43D62"/>
                </a:solidFill>
                <a:latin typeface="Arial"/>
                <a:cs typeface="Arial"/>
              </a:rPr>
              <a:t>seconds.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500" y="763813"/>
            <a:ext cx="10323830" cy="5961380"/>
            <a:chOff x="190500" y="763813"/>
            <a:chExt cx="10323830" cy="5961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777453"/>
              <a:ext cx="5681873" cy="594711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72372" y="799277"/>
              <a:ext cx="4641850" cy="0"/>
            </a:xfrm>
            <a:custGeom>
              <a:avLst/>
              <a:gdLst/>
              <a:ahLst/>
              <a:cxnLst/>
              <a:rect l="l" t="t" r="r" b="b"/>
              <a:pathLst>
                <a:path w="4641850" h="0">
                  <a:moveTo>
                    <a:pt x="0" y="0"/>
                  </a:moveTo>
                  <a:lnTo>
                    <a:pt x="4641376" y="0"/>
                  </a:lnTo>
                </a:path>
              </a:pathLst>
            </a:custGeom>
            <a:ln w="709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302734" y="1846843"/>
              <a:ext cx="1160780" cy="0"/>
            </a:xfrm>
            <a:custGeom>
              <a:avLst/>
              <a:gdLst/>
              <a:ahLst/>
              <a:cxnLst/>
              <a:rect l="l" t="t" r="r" b="b"/>
              <a:pathLst>
                <a:path w="1160779" h="0">
                  <a:moveTo>
                    <a:pt x="0" y="0"/>
                  </a:moveTo>
                  <a:lnTo>
                    <a:pt x="1160345" y="0"/>
                  </a:lnTo>
                </a:path>
              </a:pathLst>
            </a:custGeom>
            <a:ln w="5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292395" y="1308541"/>
            <a:ext cx="188722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65">
                <a:solidFill>
                  <a:srgbClr val="2D2634"/>
                </a:solidFill>
                <a:latin typeface="Arial"/>
                <a:cs typeface="Arial"/>
              </a:rPr>
              <a:t>Core</a:t>
            </a:r>
            <a:r>
              <a:rPr dirty="0" sz="2200" spc="-60">
                <a:solidFill>
                  <a:srgbClr val="2D2634"/>
                </a:solidFill>
                <a:latin typeface="Arial"/>
                <a:cs typeface="Arial"/>
              </a:rPr>
              <a:t> </a:t>
            </a:r>
            <a:r>
              <a:rPr dirty="0" sz="2200" spc="75">
                <a:solidFill>
                  <a:srgbClr val="2D2634"/>
                </a:solidFill>
                <a:latin typeface="Arial"/>
                <a:cs typeface="Arial"/>
              </a:rPr>
              <a:t>Module</a:t>
            </a:r>
            <a:r>
              <a:rPr dirty="0" sz="2200" spc="75">
                <a:solidFill>
                  <a:srgbClr val="443F4D"/>
                </a:solidFill>
                <a:latin typeface="Arial"/>
                <a:cs typeface="Arial"/>
              </a:rPr>
              <a:t>s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81225" y="1939807"/>
            <a:ext cx="3587750" cy="746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 marR="5080" indent="-3810">
              <a:lnSpc>
                <a:spcPct val="137000"/>
              </a:lnSpc>
              <a:spcBef>
                <a:spcPts val="100"/>
              </a:spcBef>
            </a:pPr>
            <a:r>
              <a:rPr dirty="0" sz="1150" spc="20">
                <a:solidFill>
                  <a:srgbClr val="443F4D"/>
                </a:solidFill>
                <a:latin typeface="Arial"/>
                <a:cs typeface="Arial"/>
              </a:rPr>
              <a:t>The</a:t>
            </a:r>
            <a:r>
              <a:rPr dirty="0" sz="1150" spc="-80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1150" spc="20">
                <a:solidFill>
                  <a:srgbClr val="595262"/>
                </a:solidFill>
                <a:latin typeface="Arial"/>
                <a:cs typeface="Arial"/>
              </a:rPr>
              <a:t>application</a:t>
            </a:r>
            <a:r>
              <a:rPr dirty="0" sz="1150" spc="-25">
                <a:solidFill>
                  <a:srgbClr val="595262"/>
                </a:solidFill>
                <a:latin typeface="Arial"/>
                <a:cs typeface="Arial"/>
              </a:rPr>
              <a:t> </a:t>
            </a:r>
            <a:r>
              <a:rPr dirty="0" sz="1150" spc="20">
                <a:solidFill>
                  <a:srgbClr val="443F4D"/>
                </a:solidFill>
                <a:latin typeface="Arial"/>
                <a:cs typeface="Arial"/>
              </a:rPr>
              <a:t>is</a:t>
            </a:r>
            <a:r>
              <a:rPr dirty="0" sz="1150" spc="-95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1150" spc="20">
                <a:solidFill>
                  <a:srgbClr val="595262"/>
                </a:solidFill>
                <a:latin typeface="Arial"/>
                <a:cs typeface="Arial"/>
              </a:rPr>
              <a:t>structured</a:t>
            </a:r>
            <a:r>
              <a:rPr dirty="0" sz="1150" spc="-5">
                <a:solidFill>
                  <a:srgbClr val="595262"/>
                </a:solidFill>
                <a:latin typeface="Arial"/>
                <a:cs typeface="Arial"/>
              </a:rPr>
              <a:t> </a:t>
            </a:r>
            <a:r>
              <a:rPr dirty="0" sz="1150" spc="20">
                <a:solidFill>
                  <a:srgbClr val="443F4D"/>
                </a:solidFill>
                <a:latin typeface="Arial"/>
                <a:cs typeface="Arial"/>
              </a:rPr>
              <a:t>around</a:t>
            </a:r>
            <a:r>
              <a:rPr dirty="0" sz="1150" spc="-50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1150" spc="20">
                <a:solidFill>
                  <a:srgbClr val="443F4D"/>
                </a:solidFill>
                <a:latin typeface="Arial"/>
                <a:cs typeface="Arial"/>
              </a:rPr>
              <a:t>five</a:t>
            </a:r>
            <a:r>
              <a:rPr dirty="0" sz="1150" spc="-70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1150" spc="20">
                <a:solidFill>
                  <a:srgbClr val="595262"/>
                </a:solidFill>
                <a:latin typeface="Arial"/>
                <a:cs typeface="Arial"/>
              </a:rPr>
              <a:t>core</a:t>
            </a:r>
            <a:r>
              <a:rPr dirty="0" sz="1150" spc="-65">
                <a:solidFill>
                  <a:srgbClr val="59526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443F4D"/>
                </a:solidFill>
                <a:latin typeface="Arial"/>
                <a:cs typeface="Arial"/>
              </a:rPr>
              <a:t>actions</a:t>
            </a:r>
            <a:r>
              <a:rPr dirty="0" sz="1150" spc="-10">
                <a:solidFill>
                  <a:srgbClr val="7C7982"/>
                </a:solidFill>
                <a:latin typeface="Arial"/>
                <a:cs typeface="Arial"/>
              </a:rPr>
              <a:t>, </a:t>
            </a:r>
            <a:r>
              <a:rPr dirty="0" sz="1150">
                <a:solidFill>
                  <a:srgbClr val="443F4D"/>
                </a:solidFill>
                <a:latin typeface="Arial"/>
                <a:cs typeface="Arial"/>
              </a:rPr>
              <a:t>each</a:t>
            </a:r>
            <a:r>
              <a:rPr dirty="0" sz="1150" spc="-30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43F4D"/>
                </a:solidFill>
                <a:latin typeface="Arial"/>
                <a:cs typeface="Arial"/>
              </a:rPr>
              <a:t>utilizing</a:t>
            </a:r>
            <a:r>
              <a:rPr dirty="0" sz="1150" spc="-85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43F4D"/>
                </a:solidFill>
                <a:latin typeface="Arial"/>
                <a:cs typeface="Arial"/>
              </a:rPr>
              <a:t>specialized</a:t>
            </a:r>
            <a:r>
              <a:rPr dirty="0" sz="1150" spc="165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43F4D"/>
                </a:solidFill>
                <a:latin typeface="Arial"/>
                <a:cs typeface="Arial"/>
              </a:rPr>
              <a:t>prompts</a:t>
            </a:r>
            <a:r>
              <a:rPr dirty="0" sz="1150" spc="50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43F4D"/>
                </a:solidFill>
                <a:latin typeface="Arial"/>
                <a:cs typeface="Arial"/>
              </a:rPr>
              <a:t>to</a:t>
            </a:r>
            <a:r>
              <a:rPr dirty="0" sz="1150" spc="185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43F4D"/>
                </a:solidFill>
                <a:latin typeface="Arial"/>
                <a:cs typeface="Arial"/>
              </a:rPr>
              <a:t>extract</a:t>
            </a:r>
            <a:r>
              <a:rPr dirty="0" sz="1150" spc="60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43F4D"/>
                </a:solidFill>
                <a:latin typeface="Arial"/>
                <a:cs typeface="Arial"/>
              </a:rPr>
              <a:t>the</a:t>
            </a:r>
            <a:r>
              <a:rPr dirty="0" sz="1150" spc="35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595262"/>
                </a:solidFill>
                <a:latin typeface="Arial"/>
                <a:cs typeface="Arial"/>
              </a:rPr>
              <a:t>best </a:t>
            </a:r>
            <a:r>
              <a:rPr dirty="0" sz="1150">
                <a:solidFill>
                  <a:srgbClr val="443F4D"/>
                </a:solidFill>
                <a:latin typeface="Arial"/>
                <a:cs typeface="Arial"/>
              </a:rPr>
              <a:t>possible</a:t>
            </a:r>
            <a:r>
              <a:rPr dirty="0" sz="1150" spc="-5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43F4D"/>
                </a:solidFill>
                <a:latin typeface="Arial"/>
                <a:cs typeface="Arial"/>
              </a:rPr>
              <a:t>results</a:t>
            </a:r>
            <a:r>
              <a:rPr dirty="0" sz="1150" spc="-55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1150" spc="60">
                <a:solidFill>
                  <a:srgbClr val="443F4D"/>
                </a:solidFill>
                <a:latin typeface="Arial"/>
                <a:cs typeface="Arial"/>
              </a:rPr>
              <a:t>from</a:t>
            </a:r>
            <a:r>
              <a:rPr dirty="0" sz="1150" spc="-60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1150" spc="60">
                <a:solidFill>
                  <a:srgbClr val="443F4D"/>
                </a:solidFill>
                <a:latin typeface="Arial"/>
                <a:cs typeface="Arial"/>
              </a:rPr>
              <a:t>the</a:t>
            </a:r>
            <a:r>
              <a:rPr dirty="0" sz="1150" spc="-55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443F4D"/>
                </a:solidFill>
                <a:latin typeface="Arial"/>
                <a:cs typeface="Arial"/>
              </a:rPr>
              <a:t>LLM.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9369" y="2976279"/>
            <a:ext cx="509905" cy="35045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7084"/>
              </a:lnSpc>
              <a:spcBef>
                <a:spcPts val="114"/>
              </a:spcBef>
            </a:pPr>
            <a:r>
              <a:rPr dirty="0" sz="6200" spc="50" b="1">
                <a:solidFill>
                  <a:srgbClr val="F29156"/>
                </a:solidFill>
                <a:latin typeface="Arial"/>
                <a:cs typeface="Arial"/>
              </a:rPr>
              <a:t>e</a:t>
            </a:r>
            <a:endParaRPr sz="6200">
              <a:latin typeface="Arial"/>
              <a:cs typeface="Arial"/>
            </a:endParaRPr>
          </a:p>
          <a:p>
            <a:pPr marL="14604">
              <a:lnSpc>
                <a:spcPts val="3785"/>
              </a:lnSpc>
            </a:pPr>
            <a:r>
              <a:rPr dirty="0" sz="4200" spc="45" b="1">
                <a:solidFill>
                  <a:srgbClr val="F29156"/>
                </a:solidFill>
                <a:latin typeface="Arial"/>
                <a:cs typeface="Arial"/>
              </a:rPr>
              <a:t>Q</a:t>
            </a:r>
            <a:endParaRPr sz="4200">
              <a:latin typeface="Arial"/>
              <a:cs typeface="Arial"/>
            </a:endParaRPr>
          </a:p>
          <a:p>
            <a:pPr marL="12700">
              <a:lnSpc>
                <a:spcPts val="6295"/>
              </a:lnSpc>
            </a:pPr>
            <a:r>
              <a:rPr dirty="0" sz="6200" spc="50" b="1">
                <a:solidFill>
                  <a:srgbClr val="F29156"/>
                </a:solidFill>
                <a:latin typeface="Arial"/>
                <a:cs typeface="Arial"/>
              </a:rPr>
              <a:t>e</a:t>
            </a:r>
            <a:endParaRPr sz="6200">
              <a:latin typeface="Arial"/>
              <a:cs typeface="Arial"/>
            </a:endParaRPr>
          </a:p>
          <a:p>
            <a:pPr marL="15875">
              <a:lnSpc>
                <a:spcPts val="3395"/>
              </a:lnSpc>
            </a:pPr>
            <a:r>
              <a:rPr dirty="0" sz="3550" spc="-55" b="1">
                <a:solidFill>
                  <a:srgbClr val="F29156"/>
                </a:solidFill>
                <a:latin typeface="Arial"/>
                <a:cs typeface="Arial"/>
              </a:rPr>
              <a:t>G)</a:t>
            </a:r>
            <a:endParaRPr sz="3550">
              <a:latin typeface="Arial"/>
              <a:cs typeface="Arial"/>
            </a:endParaRPr>
          </a:p>
          <a:p>
            <a:pPr marL="12700">
              <a:lnSpc>
                <a:spcPts val="6820"/>
              </a:lnSpc>
            </a:pPr>
            <a:r>
              <a:rPr dirty="0" sz="6200" spc="-50" b="1">
                <a:solidFill>
                  <a:srgbClr val="F29156"/>
                </a:solidFill>
                <a:latin typeface="Arial"/>
                <a:cs typeface="Arial"/>
              </a:rPr>
              <a:t>e</a:t>
            </a:r>
            <a:endParaRPr sz="6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16887" y="3331471"/>
            <a:ext cx="2788285" cy="41846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505"/>
              </a:spcBef>
            </a:pPr>
            <a:r>
              <a:rPr dirty="0" sz="950" spc="45">
                <a:solidFill>
                  <a:srgbClr val="2D2634"/>
                </a:solidFill>
                <a:latin typeface="Arial"/>
                <a:cs typeface="Arial"/>
              </a:rPr>
              <a:t>D</a:t>
            </a:r>
            <a:r>
              <a:rPr dirty="0" sz="950" spc="45">
                <a:solidFill>
                  <a:srgbClr val="443F4D"/>
                </a:solidFill>
                <a:latin typeface="Arial"/>
                <a:cs typeface="Arial"/>
              </a:rPr>
              <a:t>etects</a:t>
            </a:r>
            <a:r>
              <a:rPr dirty="0" sz="950" spc="-30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3F4D"/>
                </a:solidFill>
                <a:latin typeface="Arial"/>
                <a:cs typeface="Arial"/>
              </a:rPr>
              <a:t>syntax</a:t>
            </a:r>
            <a:r>
              <a:rPr dirty="0" sz="950" spc="-35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 spc="60">
                <a:solidFill>
                  <a:srgbClr val="443F4D"/>
                </a:solidFill>
                <a:latin typeface="Arial"/>
                <a:cs typeface="Arial"/>
              </a:rPr>
              <a:t>errors</a:t>
            </a:r>
            <a:r>
              <a:rPr dirty="0" sz="950" spc="-25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3F4D"/>
                </a:solidFill>
                <a:latin typeface="Arial"/>
                <a:cs typeface="Arial"/>
              </a:rPr>
              <a:t>a</a:t>
            </a:r>
            <a:r>
              <a:rPr dirty="0" sz="950" spc="10">
                <a:solidFill>
                  <a:srgbClr val="2D2634"/>
                </a:solidFill>
                <a:latin typeface="Arial"/>
                <a:cs typeface="Arial"/>
              </a:rPr>
              <a:t>n</a:t>
            </a:r>
            <a:r>
              <a:rPr dirty="0" sz="950" spc="10">
                <a:solidFill>
                  <a:srgbClr val="443F4D"/>
                </a:solidFill>
                <a:latin typeface="Arial"/>
                <a:cs typeface="Arial"/>
              </a:rPr>
              <a:t>d</a:t>
            </a:r>
            <a:r>
              <a:rPr dirty="0" sz="950" spc="30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2D2634"/>
                </a:solidFill>
                <a:latin typeface="Arial"/>
                <a:cs typeface="Arial"/>
              </a:rPr>
              <a:t>l</a:t>
            </a:r>
            <a:r>
              <a:rPr dirty="0" sz="950" spc="10">
                <a:solidFill>
                  <a:srgbClr val="443F4D"/>
                </a:solidFill>
                <a:latin typeface="Arial"/>
                <a:cs typeface="Arial"/>
              </a:rPr>
              <a:t>ogical</a:t>
            </a:r>
            <a:r>
              <a:rPr dirty="0" sz="950" spc="-15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bugs,</a:t>
            </a:r>
            <a:r>
              <a:rPr dirty="0" sz="950" spc="-65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 spc="45">
                <a:solidFill>
                  <a:srgbClr val="443F4D"/>
                </a:solidFill>
                <a:latin typeface="Arial"/>
                <a:cs typeface="Arial"/>
              </a:rPr>
              <a:t>returning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950" b="1">
                <a:solidFill>
                  <a:srgbClr val="2D2634"/>
                </a:solidFill>
                <a:latin typeface="Arial"/>
                <a:cs typeface="Arial"/>
              </a:rPr>
              <a:t>corrected</a:t>
            </a:r>
            <a:r>
              <a:rPr dirty="0" sz="950" spc="40" b="1">
                <a:solidFill>
                  <a:srgbClr val="2D263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3F4D"/>
                </a:solidFill>
                <a:latin typeface="Arial"/>
                <a:cs typeface="Arial"/>
              </a:rPr>
              <a:t>code.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17491" y="3964373"/>
            <a:ext cx="2656840" cy="418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dirty="0" sz="950">
                <a:solidFill>
                  <a:srgbClr val="2D2634"/>
                </a:solidFill>
                <a:latin typeface="Arial"/>
                <a:cs typeface="Arial"/>
              </a:rPr>
              <a:t>P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roduces</a:t>
            </a:r>
            <a:r>
              <a:rPr dirty="0" sz="950" spc="-5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 spc="60">
                <a:solidFill>
                  <a:srgbClr val="443F4D"/>
                </a:solidFill>
                <a:latin typeface="Arial"/>
                <a:cs typeface="Arial"/>
              </a:rPr>
              <a:t>test</a:t>
            </a:r>
            <a:r>
              <a:rPr dirty="0" sz="950" spc="-10">
                <a:solidFill>
                  <a:srgbClr val="443F4D"/>
                </a:solidFill>
                <a:latin typeface="Arial"/>
                <a:cs typeface="Arial"/>
              </a:rPr>
              <a:t> cases</a:t>
            </a:r>
            <a:r>
              <a:rPr dirty="0" sz="950" spc="30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focusing</a:t>
            </a:r>
            <a:r>
              <a:rPr dirty="0" sz="950" spc="-40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o</a:t>
            </a:r>
            <a:r>
              <a:rPr dirty="0" sz="950">
                <a:solidFill>
                  <a:srgbClr val="2D2634"/>
                </a:solidFill>
                <a:latin typeface="Arial"/>
                <a:cs typeface="Arial"/>
              </a:rPr>
              <a:t>n</a:t>
            </a:r>
            <a:r>
              <a:rPr dirty="0" sz="950" spc="45">
                <a:solidFill>
                  <a:srgbClr val="2D2634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2D2634"/>
                </a:solidFill>
                <a:latin typeface="Arial"/>
                <a:cs typeface="Arial"/>
              </a:rPr>
              <a:t>boundary</a:t>
            </a:r>
            <a:r>
              <a:rPr dirty="0" sz="950" spc="120" b="1">
                <a:solidFill>
                  <a:srgbClr val="2D2634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443F4D"/>
                </a:solidFill>
                <a:latin typeface="Arial"/>
                <a:cs typeface="Arial"/>
              </a:rPr>
              <a:t>and 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edge</a:t>
            </a:r>
            <a:r>
              <a:rPr dirty="0" sz="950" spc="-40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3F4D"/>
                </a:solidFill>
                <a:latin typeface="Arial"/>
                <a:cs typeface="Arial"/>
              </a:rPr>
              <a:t>cond</a:t>
            </a:r>
            <a:r>
              <a:rPr dirty="0" sz="950" spc="-10">
                <a:solidFill>
                  <a:srgbClr val="2D2634"/>
                </a:solidFill>
                <a:latin typeface="Arial"/>
                <a:cs typeface="Arial"/>
              </a:rPr>
              <a:t>i</a:t>
            </a:r>
            <a:r>
              <a:rPr dirty="0" sz="950" spc="-10">
                <a:solidFill>
                  <a:srgbClr val="443F4D"/>
                </a:solidFill>
                <a:latin typeface="Arial"/>
                <a:cs typeface="Arial"/>
              </a:rPr>
              <a:t>t</a:t>
            </a:r>
            <a:r>
              <a:rPr dirty="0" sz="950" spc="-10">
                <a:solidFill>
                  <a:srgbClr val="2D2634"/>
                </a:solidFill>
                <a:latin typeface="Arial"/>
                <a:cs typeface="Arial"/>
              </a:rPr>
              <a:t>i</a:t>
            </a:r>
            <a:r>
              <a:rPr dirty="0" sz="950" spc="-10">
                <a:solidFill>
                  <a:srgbClr val="443F4D"/>
                </a:solidFill>
                <a:latin typeface="Arial"/>
                <a:cs typeface="Arial"/>
              </a:rPr>
              <a:t>o</a:t>
            </a:r>
            <a:r>
              <a:rPr dirty="0" sz="950" spc="-10">
                <a:solidFill>
                  <a:srgbClr val="2D2634"/>
                </a:solidFill>
                <a:latin typeface="Arial"/>
                <a:cs typeface="Arial"/>
              </a:rPr>
              <a:t>n</a:t>
            </a:r>
            <a:r>
              <a:rPr dirty="0" sz="950" spc="-10">
                <a:solidFill>
                  <a:srgbClr val="443F4D"/>
                </a:solidFill>
                <a:latin typeface="Arial"/>
                <a:cs typeface="Arial"/>
              </a:rPr>
              <a:t>s.</a:t>
            </a:r>
            <a:endParaRPr sz="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15434" y="4597279"/>
            <a:ext cx="2804160" cy="418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">
              <a:lnSpc>
                <a:spcPct val="135700"/>
              </a:lnSpc>
              <a:spcBef>
                <a:spcPts val="100"/>
              </a:spcBef>
            </a:pPr>
            <a:r>
              <a:rPr dirty="0" sz="950">
                <a:solidFill>
                  <a:srgbClr val="2D2634"/>
                </a:solidFill>
                <a:latin typeface="Arial"/>
                <a:cs typeface="Arial"/>
              </a:rPr>
              <a:t>Anal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yzes</a:t>
            </a:r>
            <a:r>
              <a:rPr dirty="0" sz="950" spc="80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bot</a:t>
            </a:r>
            <a:r>
              <a:rPr dirty="0" sz="950">
                <a:solidFill>
                  <a:srgbClr val="2D2634"/>
                </a:solidFill>
                <a:latin typeface="Arial"/>
                <a:cs typeface="Arial"/>
              </a:rPr>
              <a:t>tl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enecks</a:t>
            </a:r>
            <a:r>
              <a:rPr dirty="0" sz="950" spc="45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a</a:t>
            </a:r>
            <a:r>
              <a:rPr dirty="0" sz="950">
                <a:solidFill>
                  <a:srgbClr val="2D2634"/>
                </a:solidFill>
                <a:latin typeface="Arial"/>
                <a:cs typeface="Arial"/>
              </a:rPr>
              <a:t>n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d</a:t>
            </a:r>
            <a:r>
              <a:rPr dirty="0" sz="950" spc="325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suggest</a:t>
            </a:r>
            <a:r>
              <a:rPr dirty="0" sz="950">
                <a:solidFill>
                  <a:srgbClr val="2D2634"/>
                </a:solidFill>
                <a:latin typeface="Arial"/>
                <a:cs typeface="Arial"/>
              </a:rPr>
              <a:t>s</a:t>
            </a:r>
            <a:r>
              <a:rPr dirty="0" sz="950" spc="45">
                <a:solidFill>
                  <a:srgbClr val="2D263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3F4D"/>
                </a:solidFill>
                <a:latin typeface="Arial"/>
                <a:cs typeface="Arial"/>
              </a:rPr>
              <a:t>o</a:t>
            </a:r>
            <a:r>
              <a:rPr dirty="0" sz="950" spc="-10">
                <a:solidFill>
                  <a:srgbClr val="2D2634"/>
                </a:solidFill>
                <a:latin typeface="Arial"/>
                <a:cs typeface="Arial"/>
              </a:rPr>
              <a:t>p</a:t>
            </a:r>
            <a:r>
              <a:rPr dirty="0" sz="950" spc="-10">
                <a:solidFill>
                  <a:srgbClr val="443F4D"/>
                </a:solidFill>
                <a:latin typeface="Arial"/>
                <a:cs typeface="Arial"/>
              </a:rPr>
              <a:t>tim</a:t>
            </a:r>
            <a:r>
              <a:rPr dirty="0" sz="950" spc="-10">
                <a:solidFill>
                  <a:srgbClr val="2D2634"/>
                </a:solidFill>
                <a:latin typeface="Arial"/>
                <a:cs typeface="Arial"/>
              </a:rPr>
              <a:t>i</a:t>
            </a:r>
            <a:r>
              <a:rPr dirty="0" sz="950" spc="-10">
                <a:solidFill>
                  <a:srgbClr val="443F4D"/>
                </a:solidFill>
                <a:latin typeface="Arial"/>
                <a:cs typeface="Arial"/>
              </a:rPr>
              <a:t>zat</a:t>
            </a:r>
            <a:r>
              <a:rPr dirty="0" sz="950" spc="-10">
                <a:solidFill>
                  <a:srgbClr val="2D2634"/>
                </a:solidFill>
                <a:latin typeface="Arial"/>
                <a:cs typeface="Arial"/>
              </a:rPr>
              <a:t>i</a:t>
            </a:r>
            <a:r>
              <a:rPr dirty="0" sz="950" spc="-10">
                <a:solidFill>
                  <a:srgbClr val="443F4D"/>
                </a:solidFill>
                <a:latin typeface="Arial"/>
                <a:cs typeface="Arial"/>
              </a:rPr>
              <a:t>o</a:t>
            </a:r>
            <a:r>
              <a:rPr dirty="0" sz="950" spc="-10">
                <a:solidFill>
                  <a:srgbClr val="2D2634"/>
                </a:solidFill>
                <a:latin typeface="Arial"/>
                <a:cs typeface="Arial"/>
              </a:rPr>
              <a:t>n</a:t>
            </a:r>
            <a:r>
              <a:rPr dirty="0" sz="950" spc="-10">
                <a:solidFill>
                  <a:srgbClr val="443F4D"/>
                </a:solidFill>
                <a:latin typeface="Arial"/>
                <a:cs typeface="Arial"/>
              </a:rPr>
              <a:t>s </a:t>
            </a:r>
            <a:r>
              <a:rPr dirty="0" sz="950">
                <a:solidFill>
                  <a:srgbClr val="2D2634"/>
                </a:solidFill>
                <a:latin typeface="Arial"/>
                <a:cs typeface="Arial"/>
              </a:rPr>
              <a:t>for</a:t>
            </a:r>
            <a:r>
              <a:rPr dirty="0" sz="950" spc="185">
                <a:solidFill>
                  <a:srgbClr val="2D2634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2D2634"/>
                </a:solidFill>
                <a:latin typeface="Arial"/>
                <a:cs typeface="Arial"/>
              </a:rPr>
              <a:t>efficiency</a:t>
            </a:r>
            <a:r>
              <a:rPr dirty="0" sz="950" spc="-10" b="1">
                <a:solidFill>
                  <a:srgbClr val="443F4D"/>
                </a:solidFill>
                <a:latin typeface="Arial"/>
                <a:cs typeface="Arial"/>
              </a:rPr>
              <a:t>.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18108" y="5230183"/>
            <a:ext cx="2851785" cy="418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 marR="5080" indent="-1905">
              <a:lnSpc>
                <a:spcPct val="135700"/>
              </a:lnSpc>
              <a:spcBef>
                <a:spcPts val="100"/>
              </a:spcBef>
            </a:pPr>
            <a:r>
              <a:rPr dirty="0" sz="950" spc="30">
                <a:solidFill>
                  <a:srgbClr val="2D2634"/>
                </a:solidFill>
                <a:latin typeface="Arial"/>
                <a:cs typeface="Arial"/>
              </a:rPr>
              <a:t>P</a:t>
            </a:r>
            <a:r>
              <a:rPr dirty="0" sz="950" spc="30">
                <a:solidFill>
                  <a:srgbClr val="443F4D"/>
                </a:solidFill>
                <a:latin typeface="Arial"/>
                <a:cs typeface="Arial"/>
              </a:rPr>
              <a:t>rov</a:t>
            </a:r>
            <a:r>
              <a:rPr dirty="0" sz="950" spc="30">
                <a:solidFill>
                  <a:srgbClr val="2D2634"/>
                </a:solidFill>
                <a:latin typeface="Arial"/>
                <a:cs typeface="Arial"/>
              </a:rPr>
              <a:t>i</a:t>
            </a:r>
            <a:r>
              <a:rPr dirty="0" sz="950" spc="30">
                <a:solidFill>
                  <a:srgbClr val="443F4D"/>
                </a:solidFill>
                <a:latin typeface="Arial"/>
                <a:cs typeface="Arial"/>
              </a:rPr>
              <a:t>des</a:t>
            </a:r>
            <a:r>
              <a:rPr dirty="0" sz="950" spc="-135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2D2634"/>
                </a:solidFill>
                <a:latin typeface="Arial"/>
                <a:cs typeface="Arial"/>
              </a:rPr>
              <a:t>i</a:t>
            </a:r>
            <a:r>
              <a:rPr dirty="0" sz="950" spc="50">
                <a:solidFill>
                  <a:srgbClr val="443F4D"/>
                </a:solidFill>
                <a:latin typeface="Arial"/>
                <a:cs typeface="Arial"/>
              </a:rPr>
              <a:t>mprove</a:t>
            </a:r>
            <a:r>
              <a:rPr dirty="0" sz="950" spc="50">
                <a:solidFill>
                  <a:srgbClr val="2D2634"/>
                </a:solidFill>
                <a:latin typeface="Arial"/>
                <a:cs typeface="Arial"/>
              </a:rPr>
              <a:t>m</a:t>
            </a:r>
            <a:r>
              <a:rPr dirty="0" sz="950" spc="50">
                <a:solidFill>
                  <a:srgbClr val="443F4D"/>
                </a:solidFill>
                <a:latin typeface="Arial"/>
                <a:cs typeface="Arial"/>
              </a:rPr>
              <a:t>e</a:t>
            </a:r>
            <a:r>
              <a:rPr dirty="0" sz="950" spc="50">
                <a:solidFill>
                  <a:srgbClr val="2D2634"/>
                </a:solidFill>
                <a:latin typeface="Arial"/>
                <a:cs typeface="Arial"/>
              </a:rPr>
              <a:t>n</a:t>
            </a:r>
            <a:r>
              <a:rPr dirty="0" sz="950" spc="50">
                <a:solidFill>
                  <a:srgbClr val="443F4D"/>
                </a:solidFill>
                <a:latin typeface="Arial"/>
                <a:cs typeface="Arial"/>
              </a:rPr>
              <a:t>tsrega</a:t>
            </a:r>
            <a:r>
              <a:rPr dirty="0" sz="950" spc="50">
                <a:solidFill>
                  <a:srgbClr val="2D2634"/>
                </a:solidFill>
                <a:latin typeface="Arial"/>
                <a:cs typeface="Arial"/>
              </a:rPr>
              <a:t>r</a:t>
            </a:r>
            <a:r>
              <a:rPr dirty="0" sz="950" spc="50">
                <a:solidFill>
                  <a:srgbClr val="443F4D"/>
                </a:solidFill>
                <a:latin typeface="Arial"/>
                <a:cs typeface="Arial"/>
              </a:rPr>
              <a:t>ding</a:t>
            </a:r>
            <a:r>
              <a:rPr dirty="0" sz="950" spc="-90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 spc="20" b="1">
                <a:solidFill>
                  <a:srgbClr val="2D2634"/>
                </a:solidFill>
                <a:latin typeface="Arial"/>
                <a:cs typeface="Arial"/>
              </a:rPr>
              <a:t>readability</a:t>
            </a:r>
            <a:r>
              <a:rPr dirty="0" sz="950" spc="-5" b="1">
                <a:solidFill>
                  <a:srgbClr val="2D2634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443F4D"/>
                </a:solidFill>
                <a:latin typeface="Arial"/>
                <a:cs typeface="Arial"/>
              </a:rPr>
              <a:t>a</a:t>
            </a:r>
            <a:r>
              <a:rPr dirty="0" sz="950" spc="-25">
                <a:solidFill>
                  <a:srgbClr val="2D2634"/>
                </a:solidFill>
                <a:latin typeface="Arial"/>
                <a:cs typeface="Arial"/>
              </a:rPr>
              <a:t>n</a:t>
            </a:r>
            <a:r>
              <a:rPr dirty="0" sz="950" spc="-25">
                <a:solidFill>
                  <a:srgbClr val="443F4D"/>
                </a:solidFill>
                <a:latin typeface="Arial"/>
                <a:cs typeface="Arial"/>
              </a:rPr>
              <a:t>d </a:t>
            </a:r>
            <a:r>
              <a:rPr dirty="0" sz="950">
                <a:solidFill>
                  <a:srgbClr val="2D2634"/>
                </a:solidFill>
                <a:latin typeface="Arial"/>
                <a:cs typeface="Arial"/>
              </a:rPr>
              <a:t>b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e</a:t>
            </a:r>
            <a:r>
              <a:rPr dirty="0" sz="950">
                <a:solidFill>
                  <a:srgbClr val="2D2634"/>
                </a:solidFill>
                <a:latin typeface="Arial"/>
                <a:cs typeface="Arial"/>
              </a:rPr>
              <a:t>s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t</a:t>
            </a:r>
            <a:r>
              <a:rPr dirty="0" sz="950" spc="70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2D2634"/>
                </a:solidFill>
                <a:latin typeface="Arial"/>
                <a:cs typeface="Arial"/>
              </a:rPr>
              <a:t>pr</a:t>
            </a:r>
            <a:r>
              <a:rPr dirty="0" sz="950" spc="-10">
                <a:solidFill>
                  <a:srgbClr val="443F4D"/>
                </a:solidFill>
                <a:latin typeface="Arial"/>
                <a:cs typeface="Arial"/>
              </a:rPr>
              <a:t>actices.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16647" y="5863088"/>
            <a:ext cx="2891155" cy="41846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505"/>
              </a:spcBef>
            </a:pPr>
            <a:r>
              <a:rPr dirty="0" sz="950">
                <a:solidFill>
                  <a:srgbClr val="2D2634"/>
                </a:solidFill>
                <a:latin typeface="Arial"/>
                <a:cs typeface="Arial"/>
              </a:rPr>
              <a:t>D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ee</a:t>
            </a:r>
            <a:r>
              <a:rPr dirty="0" sz="950">
                <a:solidFill>
                  <a:srgbClr val="2D2634"/>
                </a:solidFill>
                <a:latin typeface="Arial"/>
                <a:cs typeface="Arial"/>
              </a:rPr>
              <a:t>p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-</a:t>
            </a:r>
            <a:r>
              <a:rPr dirty="0" sz="950">
                <a:solidFill>
                  <a:srgbClr val="2D2634"/>
                </a:solidFill>
                <a:latin typeface="Arial"/>
                <a:cs typeface="Arial"/>
              </a:rPr>
              <a:t>d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ive</a:t>
            </a:r>
            <a:r>
              <a:rPr dirty="0" sz="950" spc="254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analys</a:t>
            </a:r>
            <a:r>
              <a:rPr dirty="0" sz="950">
                <a:solidFill>
                  <a:srgbClr val="2D2634"/>
                </a:solidFill>
                <a:latin typeface="Arial"/>
                <a:cs typeface="Arial"/>
              </a:rPr>
              <a:t>i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s</a:t>
            </a:r>
            <a:r>
              <a:rPr dirty="0" sz="950" spc="65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comb</a:t>
            </a:r>
            <a:r>
              <a:rPr dirty="0" sz="950">
                <a:solidFill>
                  <a:srgbClr val="2D2634"/>
                </a:solidFill>
                <a:latin typeface="Arial"/>
                <a:cs typeface="Arial"/>
              </a:rPr>
              <a:t>i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ni</a:t>
            </a:r>
            <a:r>
              <a:rPr dirty="0" sz="950">
                <a:solidFill>
                  <a:srgbClr val="2D2634"/>
                </a:solidFill>
                <a:latin typeface="Arial"/>
                <a:cs typeface="Arial"/>
              </a:rPr>
              <a:t>n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g</a:t>
            </a:r>
            <a:r>
              <a:rPr dirty="0" sz="950" spc="200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bugs,</a:t>
            </a:r>
            <a:r>
              <a:rPr dirty="0" sz="950" spc="90">
                <a:solidFill>
                  <a:srgbClr val="443F4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st</a:t>
            </a:r>
            <a:r>
              <a:rPr dirty="0" sz="950">
                <a:solidFill>
                  <a:srgbClr val="2D2634"/>
                </a:solidFill>
                <a:latin typeface="Arial"/>
                <a:cs typeface="Arial"/>
              </a:rPr>
              <a:t>r</a:t>
            </a:r>
            <a:r>
              <a:rPr dirty="0" sz="950">
                <a:solidFill>
                  <a:srgbClr val="443F4D"/>
                </a:solidFill>
                <a:latin typeface="Arial"/>
                <a:cs typeface="Arial"/>
              </a:rPr>
              <a:t>ategies</a:t>
            </a:r>
            <a:r>
              <a:rPr dirty="0" sz="950">
                <a:solidFill>
                  <a:srgbClr val="6B6970"/>
                </a:solidFill>
                <a:latin typeface="Arial"/>
                <a:cs typeface="Arial"/>
              </a:rPr>
              <a:t>,</a:t>
            </a:r>
            <a:r>
              <a:rPr dirty="0" sz="950" spc="55">
                <a:solidFill>
                  <a:srgbClr val="6B6970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443F4D"/>
                </a:solidFill>
                <a:latin typeface="Arial"/>
                <a:cs typeface="Arial"/>
              </a:rPr>
              <a:t>a</a:t>
            </a:r>
            <a:r>
              <a:rPr dirty="0" sz="950" spc="-25">
                <a:solidFill>
                  <a:srgbClr val="2D2634"/>
                </a:solidFill>
                <a:latin typeface="Arial"/>
                <a:cs typeface="Arial"/>
              </a:rPr>
              <a:t>n</a:t>
            </a:r>
            <a:r>
              <a:rPr dirty="0" sz="950" spc="-25">
                <a:solidFill>
                  <a:srgbClr val="443F4D"/>
                </a:solidFill>
                <a:latin typeface="Arial"/>
                <a:cs typeface="Arial"/>
              </a:rPr>
              <a:t>d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950" spc="10" b="1">
                <a:solidFill>
                  <a:srgbClr val="2D2634"/>
                </a:solidFill>
                <a:latin typeface="Arial"/>
                <a:cs typeface="Arial"/>
              </a:rPr>
              <a:t>quality</a:t>
            </a:r>
            <a:r>
              <a:rPr dirty="0" sz="950" spc="-35" b="1">
                <a:solidFill>
                  <a:srgbClr val="2D263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3F4D"/>
                </a:solidFill>
                <a:latin typeface="Arial"/>
                <a:cs typeface="Arial"/>
              </a:rPr>
              <a:t>scores</a:t>
            </a:r>
            <a:r>
              <a:rPr dirty="0" sz="950" spc="-10">
                <a:solidFill>
                  <a:srgbClr val="2D2634"/>
                </a:solidFill>
                <a:latin typeface="Arial"/>
                <a:cs typeface="Arial"/>
              </a:rPr>
              <a:t>.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500" y="810803"/>
            <a:ext cx="10318115" cy="5880735"/>
            <a:chOff x="190500" y="810803"/>
            <a:chExt cx="10318115" cy="58807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810803"/>
              <a:ext cx="10317810" cy="58803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938992" y="3037489"/>
              <a:ext cx="60325" cy="103505"/>
            </a:xfrm>
            <a:custGeom>
              <a:avLst/>
              <a:gdLst/>
              <a:ahLst/>
              <a:cxnLst/>
              <a:rect l="l" t="t" r="r" b="b"/>
              <a:pathLst>
                <a:path w="60325" h="103505">
                  <a:moveTo>
                    <a:pt x="60019" y="102996"/>
                  </a:moveTo>
                  <a:lnTo>
                    <a:pt x="0" y="102996"/>
                  </a:lnTo>
                  <a:lnTo>
                    <a:pt x="0" y="0"/>
                  </a:lnTo>
                  <a:lnTo>
                    <a:pt x="60019" y="0"/>
                  </a:lnTo>
                  <a:lnTo>
                    <a:pt x="60019" y="102996"/>
                  </a:lnTo>
                  <a:close/>
                </a:path>
              </a:pathLst>
            </a:custGeom>
            <a:solidFill>
              <a:srgbClr val="DFDD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3657645" y="2938554"/>
            <a:ext cx="530225" cy="5156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28888" sz="1875" spc="-52">
                <a:solidFill>
                  <a:srgbClr val="9C9A97"/>
                </a:solidFill>
                <a:latin typeface="Times New Roman"/>
                <a:cs typeface="Times New Roman"/>
              </a:rPr>
              <a:t>,</a:t>
            </a:r>
            <a:r>
              <a:rPr dirty="0" baseline="-28888" sz="1875" spc="-179">
                <a:solidFill>
                  <a:srgbClr val="9C9A97"/>
                </a:solidFill>
                <a:latin typeface="Times New Roman"/>
                <a:cs typeface="Times New Roman"/>
              </a:rPr>
              <a:t>..</a:t>
            </a:r>
            <a:r>
              <a:rPr dirty="0" baseline="-28888" sz="1875" spc="-202">
                <a:solidFill>
                  <a:srgbClr val="9C9A97"/>
                </a:solidFill>
                <a:latin typeface="Times New Roman"/>
                <a:cs typeface="Times New Roman"/>
              </a:rPr>
              <a:t>.</a:t>
            </a:r>
            <a:r>
              <a:rPr dirty="0" baseline="-28888" sz="1875" spc="-652">
                <a:solidFill>
                  <a:srgbClr val="9C9A97"/>
                </a:solidFill>
                <a:latin typeface="Times New Roman"/>
                <a:cs typeface="Times New Roman"/>
              </a:rPr>
              <a:t>.</a:t>
            </a:r>
            <a:r>
              <a:rPr dirty="0" sz="1100" spc="-680">
                <a:solidFill>
                  <a:srgbClr val="9C9A97"/>
                </a:solidFill>
                <a:latin typeface="Times New Roman"/>
                <a:cs typeface="Times New Roman"/>
              </a:rPr>
              <a:t>�</a:t>
            </a:r>
            <a:r>
              <a:rPr dirty="0" baseline="-28888" sz="1875" spc="-179">
                <a:solidFill>
                  <a:srgbClr val="9C9A97"/>
                </a:solidFill>
                <a:latin typeface="Times New Roman"/>
                <a:cs typeface="Times New Roman"/>
              </a:rPr>
              <a:t>.</a:t>
            </a:r>
            <a:r>
              <a:rPr dirty="0" baseline="-28888" sz="1875" spc="-262">
                <a:solidFill>
                  <a:srgbClr val="9C9A97"/>
                </a:solidFill>
                <a:latin typeface="Times New Roman"/>
                <a:cs typeface="Times New Roman"/>
              </a:rPr>
              <a:t>.</a:t>
            </a:r>
            <a:r>
              <a:rPr dirty="0" sz="1100" spc="-810">
                <a:solidFill>
                  <a:srgbClr val="9C9A97"/>
                </a:solidFill>
                <a:latin typeface="Times New Roman"/>
                <a:cs typeface="Times New Roman"/>
              </a:rPr>
              <a:t>�</a:t>
            </a:r>
            <a:r>
              <a:rPr dirty="0" baseline="-28888" sz="1875" spc="-532">
                <a:solidFill>
                  <a:srgbClr val="9C9A97"/>
                </a:solidFill>
                <a:latin typeface="Times New Roman"/>
                <a:cs typeface="Times New Roman"/>
              </a:rPr>
              <a:t>&gt;</a:t>
            </a:r>
            <a:r>
              <a:rPr dirty="0" sz="1100" spc="-120">
                <a:solidFill>
                  <a:srgbClr val="9C9A97"/>
                </a:solidFill>
                <a:latin typeface="Times New Roman"/>
                <a:cs typeface="Times New Roman"/>
              </a:rPr>
              <a:t>,</a:t>
            </a:r>
            <a:r>
              <a:rPr dirty="0" sz="1100" spc="-350">
                <a:solidFill>
                  <a:srgbClr val="9C9A97"/>
                </a:solidFill>
                <a:latin typeface="Times New Roman"/>
                <a:cs typeface="Times New Roman"/>
              </a:rPr>
              <a:t>,</a:t>
            </a:r>
            <a:r>
              <a:rPr dirty="0" baseline="-28888" sz="1875" spc="-892">
                <a:solidFill>
                  <a:srgbClr val="9C9A97"/>
                </a:solidFill>
                <a:latin typeface="Times New Roman"/>
                <a:cs typeface="Times New Roman"/>
              </a:rPr>
              <a:t>&lt;</a:t>
            </a:r>
            <a:r>
              <a:rPr dirty="0" sz="600" spc="-120">
                <a:solidFill>
                  <a:srgbClr val="ACAAA8"/>
                </a:solidFill>
                <a:latin typeface="Times New Roman"/>
                <a:cs typeface="Times New Roman"/>
              </a:rPr>
              <a:t>...</a:t>
            </a:r>
            <a:r>
              <a:rPr dirty="0" sz="600" spc="-180">
                <a:solidFill>
                  <a:srgbClr val="ACAAA8"/>
                </a:solidFill>
                <a:latin typeface="Times New Roman"/>
                <a:cs typeface="Times New Roman"/>
              </a:rPr>
              <a:t>.</a:t>
            </a:r>
            <a:r>
              <a:rPr dirty="0" baseline="-28888" sz="1875" spc="-847">
                <a:solidFill>
                  <a:srgbClr val="9C9A97"/>
                </a:solidFill>
                <a:latin typeface="Times New Roman"/>
                <a:cs typeface="Times New Roman"/>
              </a:rPr>
              <a:t>s</a:t>
            </a:r>
            <a:r>
              <a:rPr dirty="0" sz="600" spc="-220">
                <a:solidFill>
                  <a:srgbClr val="ACAAA8"/>
                </a:solidFill>
                <a:latin typeface="Times New Roman"/>
                <a:cs typeface="Times New Roman"/>
              </a:rPr>
              <a:t>.</a:t>
            </a:r>
            <a:r>
              <a:rPr dirty="0" sz="1300" spc="-360">
                <a:solidFill>
                  <a:srgbClr val="9C9A97"/>
                </a:solidFill>
                <a:latin typeface="Times New Roman"/>
                <a:cs typeface="Times New Roman"/>
              </a:rPr>
              <a:t>,</a:t>
            </a:r>
            <a:r>
              <a:rPr dirty="0" sz="600" spc="-120">
                <a:solidFill>
                  <a:srgbClr val="ACAAA8"/>
                </a:solidFill>
                <a:latin typeface="Times New Roman"/>
                <a:cs typeface="Times New Roman"/>
              </a:rPr>
              <a:t>.</a:t>
            </a:r>
            <a:r>
              <a:rPr dirty="0" sz="600" spc="35">
                <a:solidFill>
                  <a:srgbClr val="ACAAA8"/>
                </a:solidFill>
                <a:latin typeface="Times New Roman"/>
                <a:cs typeface="Times New Roman"/>
              </a:rPr>
              <a:t> </a:t>
            </a:r>
            <a:r>
              <a:rPr dirty="0" baseline="-28888" sz="1875" spc="-75">
                <a:solidFill>
                  <a:srgbClr val="9C9A97"/>
                </a:solidFill>
                <a:latin typeface="Times New Roman"/>
                <a:cs typeface="Times New Roman"/>
              </a:rPr>
              <a:t>,</a:t>
            </a:r>
            <a:endParaRPr baseline="-28888" sz="1875">
              <a:latin typeface="Times New Roman"/>
              <a:cs typeface="Times New Roman"/>
            </a:endParaRPr>
          </a:p>
          <a:p>
            <a:pPr marL="73660">
              <a:lnSpc>
                <a:spcPct val="100000"/>
              </a:lnSpc>
              <a:spcBef>
                <a:spcPts val="910"/>
              </a:spcBef>
            </a:pPr>
            <a:r>
              <a:rPr dirty="0" sz="1150" spc="-125">
                <a:solidFill>
                  <a:srgbClr val="9C9A97"/>
                </a:solidFill>
                <a:latin typeface="Times New Roman"/>
                <a:cs typeface="Times New Roman"/>
              </a:rPr>
              <a:t>\'-</a:t>
            </a:r>
            <a:r>
              <a:rPr dirty="0" sz="1150" spc="-135">
                <a:solidFill>
                  <a:srgbClr val="9C9A97"/>
                </a:solidFill>
                <a:latin typeface="Times New Roman"/>
                <a:cs typeface="Times New Roman"/>
              </a:rPr>
              <a:t>.-</a:t>
            </a:r>
            <a:r>
              <a:rPr dirty="0" sz="1150" spc="-155">
                <a:solidFill>
                  <a:srgbClr val="9C9A97"/>
                </a:solidFill>
                <a:latin typeface="Times New Roman"/>
                <a:cs typeface="Times New Roman"/>
              </a:rPr>
              <a:t>-</a:t>
            </a:r>
            <a:r>
              <a:rPr dirty="0" sz="1150" spc="65">
                <a:solidFill>
                  <a:srgbClr val="9C9A97"/>
                </a:solidFill>
                <a:latin typeface="Times New Roman"/>
                <a:cs typeface="Times New Roman"/>
              </a:rPr>
              <a:t> </a:t>
            </a:r>
            <a:r>
              <a:rPr dirty="0" sz="1150" spc="-145">
                <a:solidFill>
                  <a:srgbClr val="9C9A97"/>
                </a:solidFill>
                <a:latin typeface="Times New Roman"/>
                <a:cs typeface="Times New Roman"/>
              </a:rPr>
              <a:t>"""&lt;&gt;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6220" y="2630606"/>
            <a:ext cx="616146" cy="6712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362" y="5434851"/>
            <a:ext cx="681004" cy="67128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206152" y="2952715"/>
            <a:ext cx="4583430" cy="2834640"/>
            <a:chOff x="5206152" y="2952715"/>
            <a:chExt cx="4583430" cy="283464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4158" y="2966250"/>
              <a:ext cx="3675263" cy="28096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222367" y="2971662"/>
              <a:ext cx="897255" cy="0"/>
            </a:xfrm>
            <a:custGeom>
              <a:avLst/>
              <a:gdLst/>
              <a:ahLst/>
              <a:cxnLst/>
              <a:rect l="l" t="t" r="r" b="b"/>
              <a:pathLst>
                <a:path w="897254" h="0">
                  <a:moveTo>
                    <a:pt x="0" y="0"/>
                  </a:moveTo>
                  <a:lnTo>
                    <a:pt x="897196" y="0"/>
                  </a:lnTo>
                </a:path>
              </a:pathLst>
            </a:custGeom>
            <a:ln w="378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206152" y="3897390"/>
              <a:ext cx="913765" cy="1868170"/>
            </a:xfrm>
            <a:custGeom>
              <a:avLst/>
              <a:gdLst/>
              <a:ahLst/>
              <a:cxnLst/>
              <a:rect l="l" t="t" r="r" b="b"/>
              <a:pathLst>
                <a:path w="913764" h="1868170">
                  <a:moveTo>
                    <a:pt x="0" y="0"/>
                  </a:moveTo>
                  <a:lnTo>
                    <a:pt x="908005" y="0"/>
                  </a:lnTo>
                </a:path>
                <a:path w="913764" h="1868170">
                  <a:moveTo>
                    <a:pt x="0" y="936552"/>
                  </a:moveTo>
                  <a:lnTo>
                    <a:pt x="908005" y="936552"/>
                  </a:lnTo>
                </a:path>
                <a:path w="913764" h="1868170">
                  <a:moveTo>
                    <a:pt x="16214" y="1867692"/>
                  </a:moveTo>
                  <a:lnTo>
                    <a:pt x="913411" y="1867692"/>
                  </a:lnTo>
                </a:path>
              </a:pathLst>
            </a:custGeom>
            <a:ln w="432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7950" marR="5080" indent="-95885">
              <a:lnSpc>
                <a:spcPct val="121800"/>
              </a:lnSpc>
              <a:spcBef>
                <a:spcPts val="95"/>
              </a:spcBef>
            </a:pPr>
            <a:r>
              <a:rPr dirty="0" spc="60"/>
              <a:t>Alpha</a:t>
            </a:r>
            <a:r>
              <a:rPr dirty="0" spc="25"/>
              <a:t> </a:t>
            </a:r>
            <a:r>
              <a:rPr dirty="0" spc="80">
                <a:solidFill>
                  <a:srgbClr val="3B2846"/>
                </a:solidFill>
              </a:rPr>
              <a:t>Code</a:t>
            </a:r>
            <a:r>
              <a:rPr dirty="0" spc="-70">
                <a:solidFill>
                  <a:srgbClr val="3B2846"/>
                </a:solidFill>
              </a:rPr>
              <a:t> </a:t>
            </a:r>
            <a:r>
              <a:rPr dirty="0" spc="60"/>
              <a:t>Analyzer:</a:t>
            </a:r>
            <a:r>
              <a:rPr dirty="0" spc="-20"/>
              <a:t> </a:t>
            </a:r>
            <a:r>
              <a:rPr dirty="0" spc="-10"/>
              <a:t>Technical </a:t>
            </a:r>
            <a:r>
              <a:rPr dirty="0"/>
              <a:t>Stack</a:t>
            </a:r>
            <a:r>
              <a:rPr dirty="0" spc="100"/>
              <a:t> </a:t>
            </a:r>
            <a:r>
              <a:rPr dirty="0">
                <a:solidFill>
                  <a:srgbClr val="3B2846"/>
                </a:solidFill>
              </a:rPr>
              <a:t>and</a:t>
            </a:r>
            <a:r>
              <a:rPr dirty="0" spc="25">
                <a:solidFill>
                  <a:srgbClr val="3B2846"/>
                </a:solidFill>
              </a:rPr>
              <a:t> </a:t>
            </a:r>
            <a:r>
              <a:rPr dirty="0" spc="120">
                <a:solidFill>
                  <a:srgbClr val="3B2846"/>
                </a:solidFill>
              </a:rPr>
              <a:t>Core</a:t>
            </a:r>
            <a:r>
              <a:rPr dirty="0" spc="95">
                <a:solidFill>
                  <a:srgbClr val="3B2846"/>
                </a:solidFill>
              </a:rPr>
              <a:t> </a:t>
            </a:r>
            <a:r>
              <a:rPr dirty="0" spc="114"/>
              <a:t>Infrastructure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52257" y="2720915"/>
            <a:ext cx="2784475" cy="476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1100" spc="80" b="1">
                <a:solidFill>
                  <a:srgbClr val="281634"/>
                </a:solidFill>
                <a:latin typeface="Arial"/>
                <a:cs typeface="Arial"/>
              </a:rPr>
              <a:t>UI</a:t>
            </a:r>
            <a:r>
              <a:rPr dirty="0" sz="1100" spc="-95" b="1">
                <a:solidFill>
                  <a:srgbClr val="281634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281634"/>
                </a:solidFill>
                <a:latin typeface="Arial"/>
                <a:cs typeface="Arial"/>
              </a:rPr>
              <a:t>Layer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sz="1100" spc="20">
                <a:solidFill>
                  <a:srgbClr val="523B60"/>
                </a:solidFill>
                <a:latin typeface="Arial"/>
                <a:cs typeface="Arial"/>
              </a:rPr>
              <a:t>Streaml</a:t>
            </a:r>
            <a:r>
              <a:rPr dirty="0" sz="1100" spc="20">
                <a:solidFill>
                  <a:srgbClr val="3B2846"/>
                </a:solidFill>
                <a:latin typeface="Arial"/>
                <a:cs typeface="Arial"/>
              </a:rPr>
              <a:t>i</a:t>
            </a:r>
            <a:r>
              <a:rPr dirty="0" sz="1100" spc="20">
                <a:solidFill>
                  <a:srgbClr val="523B60"/>
                </a:solidFill>
                <a:latin typeface="Arial"/>
                <a:cs typeface="Arial"/>
              </a:rPr>
              <a:t>t</a:t>
            </a:r>
            <a:r>
              <a:rPr dirty="0" sz="1100" spc="200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523B60"/>
                </a:solidFill>
                <a:latin typeface="Arial"/>
                <a:cs typeface="Arial"/>
              </a:rPr>
              <a:t>provides</a:t>
            </a:r>
            <a:r>
              <a:rPr dirty="0" sz="1100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523B60"/>
                </a:solidFill>
                <a:latin typeface="Arial"/>
                <a:cs typeface="Arial"/>
              </a:rPr>
              <a:t>responsive</a:t>
            </a:r>
            <a:r>
              <a:rPr dirty="0" sz="1100" spc="60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523B60"/>
                </a:solidFill>
                <a:latin typeface="Arial"/>
                <a:cs typeface="Arial"/>
              </a:rPr>
              <a:t>dashboards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9366" y="3657468"/>
            <a:ext cx="3574415" cy="4648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281634"/>
                </a:solidFill>
                <a:latin typeface="Arial"/>
                <a:cs typeface="Arial"/>
              </a:rPr>
              <a:t>Orchestration</a:t>
            </a:r>
            <a:endParaRPr sz="1100">
              <a:latin typeface="Arial"/>
              <a:cs typeface="Arial"/>
            </a:endParaRPr>
          </a:p>
          <a:p>
            <a:pPr algn="r" marR="5715">
              <a:lnSpc>
                <a:spcPct val="100000"/>
              </a:lnSpc>
              <a:spcBef>
                <a:spcPts val="810"/>
              </a:spcBef>
            </a:pPr>
            <a:r>
              <a:rPr dirty="0" sz="1100">
                <a:solidFill>
                  <a:srgbClr val="3B2846"/>
                </a:solidFill>
                <a:latin typeface="Arial"/>
                <a:cs typeface="Arial"/>
              </a:rPr>
              <a:t>L</a:t>
            </a:r>
            <a:r>
              <a:rPr dirty="0" sz="1100">
                <a:solidFill>
                  <a:srgbClr val="523B60"/>
                </a:solidFill>
                <a:latin typeface="Arial"/>
                <a:cs typeface="Arial"/>
              </a:rPr>
              <a:t>angChain</a:t>
            </a:r>
            <a:r>
              <a:rPr dirty="0" sz="1100" spc="-15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523B60"/>
                </a:solidFill>
                <a:latin typeface="Arial"/>
                <a:cs typeface="Arial"/>
              </a:rPr>
              <a:t>manages</a:t>
            </a:r>
            <a:r>
              <a:rPr dirty="0" sz="1100" spc="30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100" spc="55">
                <a:solidFill>
                  <a:srgbClr val="523B60"/>
                </a:solidFill>
                <a:latin typeface="Arial"/>
                <a:cs typeface="Arial"/>
              </a:rPr>
              <a:t>prompts</a:t>
            </a:r>
            <a:r>
              <a:rPr dirty="0" sz="1100" spc="10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523B60"/>
                </a:solidFill>
                <a:latin typeface="Arial"/>
                <a:cs typeface="Arial"/>
              </a:rPr>
              <a:t>and</a:t>
            </a:r>
            <a:r>
              <a:rPr dirty="0" sz="1100" spc="-50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523B60"/>
                </a:solidFill>
                <a:latin typeface="Arial"/>
                <a:cs typeface="Arial"/>
              </a:rPr>
              <a:t>L</a:t>
            </a:r>
            <a:r>
              <a:rPr dirty="0" sz="1100">
                <a:solidFill>
                  <a:srgbClr val="3B2846"/>
                </a:solidFill>
                <a:latin typeface="Arial"/>
                <a:cs typeface="Arial"/>
              </a:rPr>
              <a:t>L</a:t>
            </a:r>
            <a:r>
              <a:rPr dirty="0" sz="1100">
                <a:solidFill>
                  <a:srgbClr val="523B60"/>
                </a:solidFill>
                <a:latin typeface="Arial"/>
                <a:cs typeface="Arial"/>
              </a:rPr>
              <a:t>M</a:t>
            </a:r>
            <a:r>
              <a:rPr dirty="0" sz="1100" spc="75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523B60"/>
                </a:solidFill>
                <a:latin typeface="Arial"/>
                <a:cs typeface="Arial"/>
              </a:rPr>
              <a:t>communication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50833" y="4594021"/>
            <a:ext cx="2888615" cy="47053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9525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281634"/>
                </a:solidFill>
                <a:latin typeface="Arial"/>
                <a:cs typeface="Arial"/>
              </a:rPr>
              <a:t>Intelligence</a:t>
            </a:r>
            <a:endParaRPr sz="11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855"/>
              </a:spcBef>
            </a:pPr>
            <a:r>
              <a:rPr dirty="0" sz="1100" spc="10">
                <a:solidFill>
                  <a:srgbClr val="523B60"/>
                </a:solidFill>
                <a:latin typeface="Arial"/>
                <a:cs typeface="Arial"/>
              </a:rPr>
              <a:t>Azure</a:t>
            </a:r>
            <a:r>
              <a:rPr dirty="0" sz="1100" spc="-45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523B60"/>
                </a:solidFill>
                <a:latin typeface="Arial"/>
                <a:cs typeface="Arial"/>
              </a:rPr>
              <a:t>GP</a:t>
            </a:r>
            <a:r>
              <a:rPr dirty="0" sz="1100" spc="10">
                <a:solidFill>
                  <a:srgbClr val="3B2846"/>
                </a:solidFill>
                <a:latin typeface="Arial"/>
                <a:cs typeface="Arial"/>
              </a:rPr>
              <a:t>T</a:t>
            </a:r>
            <a:r>
              <a:rPr dirty="0" sz="1100" spc="10">
                <a:solidFill>
                  <a:srgbClr val="523B60"/>
                </a:solidFill>
                <a:latin typeface="Arial"/>
                <a:cs typeface="Arial"/>
              </a:rPr>
              <a:t>-4o</a:t>
            </a:r>
            <a:r>
              <a:rPr dirty="0" sz="1100" spc="40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523B60"/>
                </a:solidFill>
                <a:latin typeface="Arial"/>
                <a:cs typeface="Arial"/>
              </a:rPr>
              <a:t>ensures</a:t>
            </a:r>
            <a:r>
              <a:rPr dirty="0" sz="1100" spc="45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523B60"/>
                </a:solidFill>
                <a:latin typeface="Arial"/>
                <a:cs typeface="Arial"/>
              </a:rPr>
              <a:t>determin</a:t>
            </a:r>
            <a:r>
              <a:rPr dirty="0" sz="1100" spc="50">
                <a:solidFill>
                  <a:srgbClr val="3B2846"/>
                </a:solidFill>
                <a:latin typeface="Arial"/>
                <a:cs typeface="Arial"/>
              </a:rPr>
              <a:t>i</a:t>
            </a:r>
            <a:r>
              <a:rPr dirty="0" sz="1100" spc="50">
                <a:solidFill>
                  <a:srgbClr val="523B60"/>
                </a:solidFill>
                <a:latin typeface="Arial"/>
                <a:cs typeface="Arial"/>
              </a:rPr>
              <a:t>st</a:t>
            </a:r>
            <a:r>
              <a:rPr dirty="0" sz="1100" spc="50">
                <a:solidFill>
                  <a:srgbClr val="3B2846"/>
                </a:solidFill>
                <a:latin typeface="Arial"/>
                <a:cs typeface="Arial"/>
              </a:rPr>
              <a:t>i</a:t>
            </a:r>
            <a:r>
              <a:rPr dirty="0" sz="1100" spc="50">
                <a:solidFill>
                  <a:srgbClr val="523B60"/>
                </a:solidFill>
                <a:latin typeface="Arial"/>
                <a:cs typeface="Arial"/>
              </a:rPr>
              <a:t>c</a:t>
            </a:r>
            <a:r>
              <a:rPr dirty="0" sz="1100" spc="-50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100" spc="65">
                <a:solidFill>
                  <a:srgbClr val="523B60"/>
                </a:solidFill>
                <a:latin typeface="Arial"/>
                <a:cs typeface="Arial"/>
              </a:rPr>
              <a:t>output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7123" y="5525161"/>
            <a:ext cx="2987675" cy="476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14604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281634"/>
                </a:solidFill>
                <a:latin typeface="Arial"/>
                <a:cs typeface="Arial"/>
              </a:rPr>
              <a:t>Connectivity</a:t>
            </a:r>
            <a:endParaRPr sz="11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894"/>
              </a:spcBef>
            </a:pPr>
            <a:r>
              <a:rPr dirty="0" sz="1100" spc="50">
                <a:solidFill>
                  <a:srgbClr val="523B60"/>
                </a:solidFill>
                <a:latin typeface="Arial"/>
                <a:cs typeface="Arial"/>
              </a:rPr>
              <a:t>Custom</a:t>
            </a:r>
            <a:r>
              <a:rPr dirty="0" sz="1100" spc="-40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100" spc="80">
                <a:solidFill>
                  <a:srgbClr val="523B60"/>
                </a:solidFill>
                <a:latin typeface="Arial"/>
                <a:cs typeface="Arial"/>
              </a:rPr>
              <a:t>httpx</a:t>
            </a:r>
            <a:r>
              <a:rPr dirty="0" sz="1100" spc="-65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523B60"/>
                </a:solidFill>
                <a:latin typeface="Arial"/>
                <a:cs typeface="Arial"/>
              </a:rPr>
              <a:t>ensures</a:t>
            </a:r>
            <a:r>
              <a:rPr dirty="0" sz="1100" spc="-20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523B60"/>
                </a:solidFill>
                <a:latin typeface="Arial"/>
                <a:cs typeface="Arial"/>
              </a:rPr>
              <a:t>secure</a:t>
            </a:r>
            <a:r>
              <a:rPr dirty="0" sz="1100" spc="-35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523B60"/>
                </a:solidFill>
                <a:latin typeface="Arial"/>
                <a:cs typeface="Arial"/>
              </a:rPr>
              <a:t>enterprise</a:t>
            </a:r>
            <a:r>
              <a:rPr dirty="0" sz="1100" spc="25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523B60"/>
                </a:solidFill>
                <a:latin typeface="Arial"/>
                <a:cs typeface="Arial"/>
              </a:rPr>
              <a:t>ca</a:t>
            </a:r>
            <a:r>
              <a:rPr dirty="0" sz="1100" spc="-20">
                <a:solidFill>
                  <a:srgbClr val="3B2846"/>
                </a:solidFill>
                <a:latin typeface="Arial"/>
                <a:cs typeface="Arial"/>
              </a:rPr>
              <a:t>ll</a:t>
            </a:r>
            <a:r>
              <a:rPr dirty="0" sz="1100" spc="-20">
                <a:solidFill>
                  <a:srgbClr val="523B60"/>
                </a:solidFill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31972" y="1923887"/>
            <a:ext cx="1017905" cy="0"/>
          </a:xfrm>
          <a:custGeom>
            <a:avLst/>
            <a:gdLst/>
            <a:ahLst/>
            <a:cxnLst/>
            <a:rect l="l" t="t" r="r" b="b"/>
            <a:pathLst>
              <a:path w="1017904" h="0">
                <a:moveTo>
                  <a:pt x="0" y="0"/>
                </a:moveTo>
                <a:lnTo>
                  <a:pt x="1017700" y="0"/>
                </a:lnTo>
              </a:path>
            </a:pathLst>
          </a:custGeom>
          <a:ln w="108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748667" y="1265112"/>
            <a:ext cx="3164840" cy="5600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500" spc="120">
                <a:solidFill>
                  <a:srgbClr val="261331"/>
                </a:solidFill>
              </a:rPr>
              <a:t>GitHub</a:t>
            </a:r>
            <a:r>
              <a:rPr dirty="0" sz="3500">
                <a:solidFill>
                  <a:srgbClr val="261331"/>
                </a:solidFill>
              </a:rPr>
              <a:t> </a:t>
            </a:r>
            <a:r>
              <a:rPr dirty="0" sz="3500" spc="-10">
                <a:solidFill>
                  <a:srgbClr val="261331"/>
                </a:solidFill>
              </a:rPr>
              <a:t>Fetcher</a:t>
            </a:r>
            <a:endParaRPr sz="3500"/>
          </a:p>
        </p:txBody>
      </p:sp>
      <p:sp>
        <p:nvSpPr>
          <p:cNvPr id="4" name="object 4"/>
          <p:cNvSpPr txBox="1"/>
          <p:nvPr/>
        </p:nvSpPr>
        <p:spPr>
          <a:xfrm>
            <a:off x="2409259" y="1964360"/>
            <a:ext cx="5873750" cy="600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61795" marR="5080" indent="-1649730">
              <a:lnSpc>
                <a:spcPct val="130000"/>
              </a:lnSpc>
              <a:spcBef>
                <a:spcPts val="100"/>
              </a:spcBef>
            </a:pPr>
            <a:r>
              <a:rPr dirty="0" sz="1450" spc="-10">
                <a:solidFill>
                  <a:srgbClr val="523B60"/>
                </a:solidFill>
                <a:latin typeface="Arial"/>
                <a:cs typeface="Arial"/>
              </a:rPr>
              <a:t>Technical</a:t>
            </a:r>
            <a:r>
              <a:rPr dirty="0" sz="1450" spc="85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3B60"/>
                </a:solidFill>
                <a:latin typeface="Arial"/>
                <a:cs typeface="Arial"/>
              </a:rPr>
              <a:t>overview</a:t>
            </a:r>
            <a:r>
              <a:rPr dirty="0" sz="1450" spc="100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3B60"/>
                </a:solidFill>
                <a:latin typeface="Arial"/>
                <a:cs typeface="Arial"/>
              </a:rPr>
              <a:t>of</a:t>
            </a:r>
            <a:r>
              <a:rPr dirty="0" sz="1450" spc="110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3B60"/>
                </a:solidFill>
                <a:latin typeface="Arial"/>
                <a:cs typeface="Arial"/>
              </a:rPr>
              <a:t>automated</a:t>
            </a:r>
            <a:r>
              <a:rPr dirty="0" sz="1450" spc="114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450" spc="50">
                <a:solidFill>
                  <a:srgbClr val="523B60"/>
                </a:solidFill>
                <a:latin typeface="Arial"/>
                <a:cs typeface="Arial"/>
              </a:rPr>
              <a:t>repository</a:t>
            </a:r>
            <a:r>
              <a:rPr dirty="0" sz="1450" spc="85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3B60"/>
                </a:solidFill>
                <a:latin typeface="Arial"/>
                <a:cs typeface="Arial"/>
              </a:rPr>
              <a:t>ingestion</a:t>
            </a:r>
            <a:r>
              <a:rPr dirty="0" sz="1450" spc="40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3B60"/>
                </a:solidFill>
                <a:latin typeface="Arial"/>
                <a:cs typeface="Arial"/>
              </a:rPr>
              <a:t>and</a:t>
            </a:r>
            <a:r>
              <a:rPr dirty="0" sz="1450" spc="20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3B60"/>
                </a:solidFill>
                <a:latin typeface="Arial"/>
                <a:cs typeface="Arial"/>
              </a:rPr>
              <a:t>processing </a:t>
            </a:r>
            <a:r>
              <a:rPr dirty="0" sz="1450" spc="80">
                <a:solidFill>
                  <a:srgbClr val="523B60"/>
                </a:solidFill>
                <a:latin typeface="Arial"/>
                <a:cs typeface="Arial"/>
              </a:rPr>
              <a:t>without</a:t>
            </a:r>
            <a:r>
              <a:rPr dirty="0" sz="1450" spc="-5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450" spc="55">
                <a:solidFill>
                  <a:srgbClr val="523B60"/>
                </a:solidFill>
                <a:latin typeface="Arial"/>
                <a:cs typeface="Arial"/>
              </a:rPr>
              <a:t>requiring</a:t>
            </a:r>
            <a:r>
              <a:rPr dirty="0" sz="1450" spc="-150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3B60"/>
                </a:solidFill>
                <a:latin typeface="Arial"/>
                <a:cs typeface="Arial"/>
              </a:rPr>
              <a:t>local</a:t>
            </a:r>
            <a:r>
              <a:rPr dirty="0" sz="1450" spc="-90">
                <a:solidFill>
                  <a:srgbClr val="523B6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3B60"/>
                </a:solidFill>
                <a:latin typeface="Arial"/>
                <a:cs typeface="Arial"/>
              </a:rPr>
              <a:t>clones.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1016" y="3824328"/>
            <a:ext cx="1353820" cy="208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baseline="5787" sz="10800" spc="-3315">
                <a:solidFill>
                  <a:srgbClr val="F49357"/>
                </a:solidFill>
                <a:latin typeface="Arial"/>
                <a:cs typeface="Arial"/>
              </a:rPr>
              <a:t>•</a:t>
            </a:r>
            <a:r>
              <a:rPr dirty="0" sz="1200" spc="-45" b="1">
                <a:solidFill>
                  <a:srgbClr val="261331"/>
                </a:solidFill>
                <a:latin typeface="Arial"/>
                <a:cs typeface="Arial"/>
              </a:rPr>
              <a:t>UR</a:t>
            </a:r>
            <a:r>
              <a:rPr dirty="0" sz="1200" spc="-35" b="1">
                <a:solidFill>
                  <a:srgbClr val="261331"/>
                </a:solidFill>
                <a:latin typeface="Arial"/>
                <a:cs typeface="Arial"/>
              </a:rPr>
              <a:t>L</a:t>
            </a:r>
            <a:r>
              <a:rPr dirty="0" sz="1200" spc="-180" b="1">
                <a:solidFill>
                  <a:srgbClr val="261331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261331"/>
                </a:solidFill>
                <a:latin typeface="Arial"/>
                <a:cs typeface="Arial"/>
              </a:rPr>
              <a:t>Normalization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44526" y="3824328"/>
            <a:ext cx="1262380" cy="208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baseline="5787" sz="10800" spc="-3337">
                <a:solidFill>
                  <a:srgbClr val="F49357"/>
                </a:solidFill>
                <a:latin typeface="Arial"/>
                <a:cs typeface="Arial"/>
              </a:rPr>
              <a:t>•</a:t>
            </a:r>
            <a:r>
              <a:rPr dirty="0" sz="1200" spc="-60" b="1">
                <a:solidFill>
                  <a:srgbClr val="261331"/>
                </a:solidFill>
                <a:latin typeface="Arial"/>
                <a:cs typeface="Arial"/>
              </a:rPr>
              <a:t>Branc</a:t>
            </a:r>
            <a:r>
              <a:rPr dirty="0" sz="1200" spc="-50" b="1">
                <a:solidFill>
                  <a:srgbClr val="261331"/>
                </a:solidFill>
                <a:latin typeface="Arial"/>
                <a:cs typeface="Arial"/>
              </a:rPr>
              <a:t>h</a:t>
            </a:r>
            <a:r>
              <a:rPr dirty="0" sz="1200" spc="-90" b="1">
                <a:solidFill>
                  <a:srgbClr val="261331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61331"/>
                </a:solidFill>
                <a:latin typeface="Arial"/>
                <a:cs typeface="Arial"/>
              </a:rPr>
              <a:t>Detection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48035" y="3824328"/>
            <a:ext cx="1627505" cy="208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baseline="5787" sz="10800" spc="-3352">
                <a:solidFill>
                  <a:srgbClr val="F49357"/>
                </a:solidFill>
                <a:latin typeface="Arial"/>
                <a:cs typeface="Arial"/>
              </a:rPr>
              <a:t>•</a:t>
            </a:r>
            <a:r>
              <a:rPr dirty="0" sz="1200" spc="-70" b="1">
                <a:solidFill>
                  <a:srgbClr val="261331"/>
                </a:solidFill>
                <a:latin typeface="Arial"/>
                <a:cs typeface="Arial"/>
              </a:rPr>
              <a:t>Resourc</a:t>
            </a:r>
            <a:r>
              <a:rPr dirty="0" sz="1200" spc="-60" b="1">
                <a:solidFill>
                  <a:srgbClr val="261331"/>
                </a:solidFill>
                <a:latin typeface="Arial"/>
                <a:cs typeface="Arial"/>
              </a:rPr>
              <a:t>e</a:t>
            </a:r>
            <a:r>
              <a:rPr dirty="0" sz="1200" spc="-40" b="1">
                <a:solidFill>
                  <a:srgbClr val="261331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61331"/>
                </a:solidFill>
                <a:latin typeface="Arial"/>
                <a:cs typeface="Arial"/>
              </a:rPr>
              <a:t>Optimization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51546" y="3818906"/>
            <a:ext cx="1261745" cy="208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baseline="5015" sz="10800" spc="-3270">
                <a:solidFill>
                  <a:srgbClr val="F49357"/>
                </a:solidFill>
                <a:latin typeface="Arial"/>
                <a:cs typeface="Arial"/>
              </a:rPr>
              <a:t>•</a:t>
            </a:r>
            <a:r>
              <a:rPr dirty="0" sz="1200" spc="-10" b="1">
                <a:solidFill>
                  <a:srgbClr val="261331"/>
                </a:solidFill>
                <a:latin typeface="Arial"/>
                <a:cs typeface="Arial"/>
              </a:rPr>
              <a:t>Da</a:t>
            </a:r>
            <a:r>
              <a:rPr dirty="0" sz="1200" spc="-15" b="1">
                <a:solidFill>
                  <a:srgbClr val="261331"/>
                </a:solidFill>
                <a:latin typeface="Arial"/>
                <a:cs typeface="Arial"/>
              </a:rPr>
              <a:t>t</a:t>
            </a:r>
            <a:r>
              <a:rPr dirty="0" sz="1200" spc="-5" b="1">
                <a:solidFill>
                  <a:srgbClr val="261331"/>
                </a:solidFill>
                <a:latin typeface="Arial"/>
                <a:cs typeface="Arial"/>
              </a:rPr>
              <a:t>a</a:t>
            </a:r>
            <a:r>
              <a:rPr dirty="0" sz="1200" spc="-50" b="1">
                <a:solidFill>
                  <a:srgbClr val="261331"/>
                </a:solidFill>
                <a:latin typeface="Arial"/>
                <a:cs typeface="Arial"/>
              </a:rPr>
              <a:t> Aggregation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21966" y="4155478"/>
          <a:ext cx="9137650" cy="1592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6940"/>
                <a:gridCol w="2399665"/>
                <a:gridCol w="2369185"/>
                <a:gridCol w="2103754"/>
              </a:tblGrid>
              <a:tr h="206375">
                <a:tc>
                  <a:txBody>
                    <a:bodyPr/>
                    <a:lstStyle/>
                    <a:p>
                      <a:pPr marL="78740">
                        <a:lnSpc>
                          <a:spcPts val="1275"/>
                        </a:lnSpc>
                      </a:pP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150" spc="6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automatically</a:t>
                      </a:r>
                      <a:r>
                        <a:rPr dirty="0" sz="1150" spc="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cleans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ts val="1275"/>
                        </a:lnSpc>
                      </a:pPr>
                      <a:r>
                        <a:rPr dirty="0" sz="1150" spc="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150" spc="-8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fetcher</a:t>
                      </a:r>
                      <a:r>
                        <a:rPr dirty="0" sz="1150" spc="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intelIigently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ts val="1275"/>
                        </a:lnSpc>
                      </a:pP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Using</a:t>
                      </a:r>
                      <a:r>
                        <a:rPr dirty="0" sz="1150" spc="-1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TemporaryDirectory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ts val="1315"/>
                        </a:lnSpc>
                      </a:pP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Thousands</a:t>
                      </a:r>
                      <a:r>
                        <a:rPr dirty="0" sz="1150" spc="-1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150" spc="10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lines</a:t>
                      </a:r>
                      <a:r>
                        <a:rPr dirty="0" sz="1150" spc="-7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150" spc="-7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2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code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35585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150" spc="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user</a:t>
                      </a:r>
                      <a:r>
                        <a:rPr dirty="0" sz="1150" spc="-3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2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inputs</a:t>
                      </a:r>
                      <a:r>
                        <a:rPr dirty="0" sz="1150" spc="20">
                          <a:solidFill>
                            <a:srgbClr val="6B5977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150" spc="-180">
                          <a:solidFill>
                            <a:srgbClr val="6B597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correctly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3495"/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resolves</a:t>
                      </a:r>
                      <a:r>
                        <a:rPr dirty="0" sz="1150" spc="10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150" spc="-2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primary</a:t>
                      </a:r>
                      <a:r>
                        <a:rPr dirty="0" sz="1150" spc="4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branch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3495"/>
                </a:tc>
                <a:tc>
                  <a:txBody>
                    <a:bodyPr/>
                    <a:lstStyle/>
                    <a:p>
                      <a:pPr marL="29972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150" spc="-2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ZipFile minimizes</a:t>
                      </a:r>
                      <a:r>
                        <a:rPr dirty="0" sz="1150" spc="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local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3495"/>
                </a:tc>
                <a:tc>
                  <a:txBody>
                    <a:bodyPr/>
                    <a:lstStyle/>
                    <a:p>
                      <a:pPr marL="3340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across</a:t>
                      </a:r>
                      <a:r>
                        <a:rPr dirty="0" sz="1150" spc="-6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nested</a:t>
                      </a:r>
                      <a:r>
                        <a:rPr dirty="0" sz="1150" spc="-5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directories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3495"/>
                </a:tc>
              </a:tr>
              <a:tr h="235585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handling</a:t>
                      </a:r>
                      <a:r>
                        <a:rPr dirty="0" sz="1150" spc="-1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.git</a:t>
                      </a:r>
                      <a:r>
                        <a:rPr dirty="0" sz="1150" spc="-3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suffixes</a:t>
                      </a:r>
                      <a:r>
                        <a:rPr dirty="0" sz="1150" spc="1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2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and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150" spc="-3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sequentially</a:t>
                      </a:r>
                      <a:r>
                        <a:rPr dirty="0" sz="1150" spc="14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checking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3003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disk</a:t>
                      </a:r>
                      <a:r>
                        <a:rPr dirty="0" sz="1150" spc="-3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usage</a:t>
                      </a:r>
                      <a:r>
                        <a:rPr dirty="0" sz="1150" spc="-2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150" spc="-7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processing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33401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150" spc="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1150" spc="-5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flattened</a:t>
                      </a:r>
                      <a:r>
                        <a:rPr dirty="0" sz="1150" spc="2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7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into</a:t>
                      </a:r>
                      <a:r>
                        <a:rPr dirty="0" sz="1150" spc="-12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150" spc="-7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single</a:t>
                      </a:r>
                      <a:r>
                        <a:rPr dirty="0" sz="1150" spc="-10">
                          <a:solidFill>
                            <a:srgbClr val="6B5977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6670"/>
                </a:tc>
              </a:tr>
              <a:tr h="235585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specific</a:t>
                      </a:r>
                      <a:r>
                        <a:rPr dirty="0" sz="1150" spc="-1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branch</a:t>
                      </a:r>
                      <a:r>
                        <a:rPr dirty="0" sz="1150" spc="-4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150" spc="10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blob</a:t>
                      </a:r>
                      <a:r>
                        <a:rPr dirty="0" sz="1150" spc="-6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2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flle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standard</a:t>
                      </a:r>
                      <a:r>
                        <a:rPr dirty="0" sz="1150" spc="2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defaults</a:t>
                      </a:r>
                      <a:r>
                        <a:rPr dirty="0" sz="1150" spc="-10">
                          <a:solidFill>
                            <a:srgbClr val="6B5977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3495"/>
                </a:tc>
                <a:tc>
                  <a:txBody>
                    <a:bodyPr/>
                    <a:lstStyle/>
                    <a:p>
                      <a:pPr marL="30035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only</a:t>
                      </a:r>
                      <a:r>
                        <a:rPr dirty="0" sz="1150" spc="-1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relevant</a:t>
                      </a:r>
                      <a:r>
                        <a:rPr dirty="0" sz="1150" spc="9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source</a:t>
                      </a:r>
                      <a:r>
                        <a:rPr dirty="0" sz="1150" spc="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flies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340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LLM-readable</a:t>
                      </a:r>
                      <a:r>
                        <a:rPr dirty="0" sz="1150" spc="6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context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</a:tr>
              <a:tr h="238125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paths</a:t>
                      </a:r>
                      <a:r>
                        <a:rPr dirty="0" sz="1150" spc="-9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150" spc="8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ensure</a:t>
                      </a:r>
                      <a:r>
                        <a:rPr dirty="0" sz="1150" spc="-3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accurate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specifically</a:t>
                      </a:r>
                      <a:r>
                        <a:rPr dirty="0" sz="1150" spc="35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prioritizing</a:t>
                      </a:r>
                      <a:r>
                        <a:rPr dirty="0" sz="1150" spc="12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2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main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30162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like</a:t>
                      </a:r>
                      <a:r>
                        <a:rPr dirty="0" sz="1150" spc="-10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.java</a:t>
                      </a:r>
                      <a:r>
                        <a:rPr dirty="0" sz="1150">
                          <a:solidFill>
                            <a:srgbClr val="6B5977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.cpp</a:t>
                      </a:r>
                      <a:r>
                        <a:rPr dirty="0" sz="1150">
                          <a:solidFill>
                            <a:srgbClr val="6B5977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150" spc="-120">
                          <a:solidFill>
                            <a:srgbClr val="6B597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150" spc="-9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25">
                          <a:solidFill>
                            <a:srgbClr val="6B5977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150" spc="-2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ts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window</a:t>
                      </a:r>
                      <a:r>
                        <a:rPr dirty="0" sz="1150" spc="9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150" spc="9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enable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6670"/>
                </a:tc>
              </a:tr>
              <a:tr h="238125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50" spc="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repository</a:t>
                      </a:r>
                      <a:r>
                        <a:rPr dirty="0" sz="1150" spc="204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targeting.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29654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150" spc="2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master</a:t>
                      </a:r>
                      <a:r>
                        <a:rPr dirty="0" sz="1150" spc="-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branch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50" spc="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formats</a:t>
                      </a:r>
                      <a:r>
                        <a:rPr dirty="0" sz="1150" spc="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efficiently</a:t>
                      </a:r>
                      <a:r>
                        <a:rPr dirty="0" sz="1150" spc="-10">
                          <a:solidFill>
                            <a:srgbClr val="6B5977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comprehensive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cross-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0955"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1295"/>
                        </a:lnSpc>
                        <a:spcBef>
                          <a:spcPts val="210"/>
                        </a:spcBef>
                      </a:pP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references.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ts val="1335"/>
                        </a:lnSpc>
                        <a:spcBef>
                          <a:spcPts val="165"/>
                        </a:spcBef>
                      </a:pPr>
                      <a:r>
                        <a:rPr dirty="0" sz="115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file</a:t>
                      </a:r>
                      <a:r>
                        <a:rPr dirty="0" sz="1150" spc="35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anal</a:t>
                      </a:r>
                      <a:r>
                        <a:rPr dirty="0" sz="1150" spc="-10">
                          <a:solidFill>
                            <a:srgbClr val="6B5977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dirty="0" sz="1150" spc="-10">
                          <a:solidFill>
                            <a:srgbClr val="523B60"/>
                          </a:solidFill>
                          <a:latin typeface="Arial"/>
                          <a:cs typeface="Arial"/>
                        </a:rPr>
                        <a:t>sis</a:t>
                      </a:r>
                      <a:r>
                        <a:rPr dirty="0" sz="1150" spc="-10">
                          <a:solidFill>
                            <a:srgbClr val="6B5977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095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2925" y="1285976"/>
            <a:ext cx="3453129" cy="4457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110">
                <a:solidFill>
                  <a:srgbClr val="311F3B"/>
                </a:solidFill>
              </a:rPr>
              <a:t>Dev</a:t>
            </a:r>
            <a:r>
              <a:rPr dirty="0" sz="2750" spc="-80">
                <a:solidFill>
                  <a:srgbClr val="311F3B"/>
                </a:solidFill>
              </a:rPr>
              <a:t> </a:t>
            </a:r>
            <a:r>
              <a:rPr dirty="0" sz="2750" spc="50">
                <a:solidFill>
                  <a:srgbClr val="311F3B"/>
                </a:solidFill>
              </a:rPr>
              <a:t>Experience</a:t>
            </a:r>
            <a:r>
              <a:rPr dirty="0" sz="2750" spc="25">
                <a:solidFill>
                  <a:srgbClr val="311F3B"/>
                </a:solidFill>
              </a:rPr>
              <a:t> </a:t>
            </a:r>
            <a:r>
              <a:rPr dirty="0" sz="2750" spc="80">
                <a:solidFill>
                  <a:srgbClr val="311F3B"/>
                </a:solidFill>
              </a:rPr>
              <a:t>Shift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5533497" y="1201193"/>
            <a:ext cx="4276090" cy="1196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0">
              <a:lnSpc>
                <a:spcPct val="132400"/>
              </a:lnSpc>
              <a:spcBef>
                <a:spcPts val="100"/>
              </a:spcBef>
            </a:pPr>
            <a:r>
              <a:rPr dirty="0" sz="1450">
                <a:solidFill>
                  <a:srgbClr val="4B3459"/>
                </a:solidFill>
                <a:latin typeface="Arial"/>
                <a:cs typeface="Arial"/>
              </a:rPr>
              <a:t>Alpha</a:t>
            </a:r>
            <a:r>
              <a:rPr dirty="0" sz="1450" spc="35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B3459"/>
                </a:solidFill>
                <a:latin typeface="Arial"/>
                <a:cs typeface="Arial"/>
              </a:rPr>
              <a:t>Code</a:t>
            </a:r>
            <a:r>
              <a:rPr dirty="0" sz="1450" spc="-10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B3459"/>
                </a:solidFill>
                <a:latin typeface="Arial"/>
                <a:cs typeface="Arial"/>
              </a:rPr>
              <a:t>Analyzer</a:t>
            </a:r>
            <a:r>
              <a:rPr dirty="0" sz="1450" spc="110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B3459"/>
                </a:solidFill>
                <a:latin typeface="Arial"/>
                <a:cs typeface="Arial"/>
              </a:rPr>
              <a:t>improves</a:t>
            </a:r>
            <a:r>
              <a:rPr dirty="0" sz="1450" spc="80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4B3459"/>
                </a:solidFill>
                <a:latin typeface="Arial"/>
                <a:cs typeface="Arial"/>
              </a:rPr>
              <a:t>speed,</a:t>
            </a:r>
            <a:r>
              <a:rPr dirty="0" sz="1450" spc="-80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4B3459"/>
                </a:solidFill>
                <a:latin typeface="Arial"/>
                <a:cs typeface="Arial"/>
              </a:rPr>
              <a:t>consistency, </a:t>
            </a:r>
            <a:r>
              <a:rPr dirty="0" sz="1450">
                <a:solidFill>
                  <a:srgbClr val="4B3459"/>
                </a:solidFill>
                <a:latin typeface="Arial"/>
                <a:cs typeface="Arial"/>
              </a:rPr>
              <a:t>and</a:t>
            </a:r>
            <a:r>
              <a:rPr dirty="0" sz="1450" spc="-75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4B3459"/>
                </a:solidFill>
                <a:latin typeface="Arial"/>
                <a:cs typeface="Arial"/>
              </a:rPr>
              <a:t>coverage</a:t>
            </a:r>
            <a:r>
              <a:rPr dirty="0" sz="1450" spc="40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450" spc="60">
                <a:solidFill>
                  <a:srgbClr val="4B3459"/>
                </a:solidFill>
                <a:latin typeface="Arial"/>
                <a:cs typeface="Arial"/>
              </a:rPr>
              <a:t>while</a:t>
            </a:r>
            <a:r>
              <a:rPr dirty="0" sz="1450" spc="-20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B3459"/>
                </a:solidFill>
                <a:latin typeface="Arial"/>
                <a:cs typeface="Arial"/>
              </a:rPr>
              <a:t>reducing</a:t>
            </a:r>
            <a:r>
              <a:rPr dirty="0" sz="1450" spc="-80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B3459"/>
                </a:solidFill>
                <a:latin typeface="Arial"/>
                <a:cs typeface="Arial"/>
              </a:rPr>
              <a:t>senior</a:t>
            </a:r>
            <a:r>
              <a:rPr dirty="0" sz="1450" spc="75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4B3459"/>
                </a:solidFill>
                <a:latin typeface="Arial"/>
                <a:cs typeface="Arial"/>
              </a:rPr>
              <a:t>developer </a:t>
            </a:r>
            <a:r>
              <a:rPr dirty="0" sz="1450">
                <a:solidFill>
                  <a:srgbClr val="4B3459"/>
                </a:solidFill>
                <a:latin typeface="Arial"/>
                <a:cs typeface="Arial"/>
              </a:rPr>
              <a:t>hours</a:t>
            </a:r>
            <a:r>
              <a:rPr dirty="0" sz="1450" spc="-5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B3459"/>
                </a:solidFill>
                <a:latin typeface="Arial"/>
                <a:cs typeface="Arial"/>
              </a:rPr>
              <a:t>spent</a:t>
            </a:r>
            <a:r>
              <a:rPr dirty="0" sz="1450" spc="30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B3459"/>
                </a:solidFill>
                <a:latin typeface="Arial"/>
                <a:cs typeface="Arial"/>
              </a:rPr>
              <a:t>on</a:t>
            </a:r>
            <a:r>
              <a:rPr dirty="0" sz="1450" spc="35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B3459"/>
                </a:solidFill>
                <a:latin typeface="Arial"/>
                <a:cs typeface="Arial"/>
              </a:rPr>
              <a:t>manual</a:t>
            </a:r>
            <a:r>
              <a:rPr dirty="0" sz="1450" spc="65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B3459"/>
                </a:solidFill>
                <a:latin typeface="Arial"/>
                <a:cs typeface="Arial"/>
              </a:rPr>
              <a:t>reviews,</a:t>
            </a:r>
            <a:r>
              <a:rPr dirty="0" sz="1450" spc="-50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4B3459"/>
                </a:solidFill>
                <a:latin typeface="Arial"/>
                <a:cs typeface="Arial"/>
              </a:rPr>
              <a:t>elevating</a:t>
            </a:r>
            <a:r>
              <a:rPr dirty="0" sz="1450" spc="500">
                <a:solidFill>
                  <a:srgbClr val="4B3459"/>
                </a:solidFill>
                <a:latin typeface="Arial"/>
                <a:cs typeface="Arial"/>
              </a:rPr>
              <a:t>  </a:t>
            </a:r>
            <a:r>
              <a:rPr dirty="0" sz="1450">
                <a:solidFill>
                  <a:srgbClr val="4B3459"/>
                </a:solidFill>
                <a:latin typeface="Arial"/>
                <a:cs typeface="Arial"/>
              </a:rPr>
              <a:t>oversight</a:t>
            </a:r>
            <a:r>
              <a:rPr dirty="0" sz="1450" spc="215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4B3459"/>
                </a:solidFill>
                <a:latin typeface="Arial"/>
                <a:cs typeface="Arial"/>
              </a:rPr>
              <a:t>capabilities.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1319" y="2955987"/>
            <a:ext cx="532130" cy="219075"/>
          </a:xfrm>
          <a:prstGeom prst="rect">
            <a:avLst/>
          </a:prstGeom>
          <a:solidFill>
            <a:srgbClr val="F49156"/>
          </a:solidFill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dirty="0" sz="1200" spc="-40" b="1">
                <a:solidFill>
                  <a:srgbClr val="FDFDFB"/>
                </a:solidFill>
                <a:latin typeface="Arial"/>
                <a:cs typeface="Arial"/>
              </a:rPr>
              <a:t>Feature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61783" y="2955987"/>
            <a:ext cx="1051560" cy="219075"/>
          </a:xfrm>
          <a:prstGeom prst="rect">
            <a:avLst/>
          </a:prstGeom>
          <a:solidFill>
            <a:srgbClr val="F49156"/>
          </a:solidFill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dirty="0" sz="1200" spc="-25" b="1">
                <a:solidFill>
                  <a:srgbClr val="FDFDFB"/>
                </a:solidFill>
                <a:latin typeface="Arial"/>
                <a:cs typeface="Arial"/>
              </a:rPr>
              <a:t>Manual</a:t>
            </a:r>
            <a:r>
              <a:rPr dirty="0" sz="1200" spc="-125" b="1">
                <a:solidFill>
                  <a:srgbClr val="FDFDFB"/>
                </a:solidFill>
                <a:latin typeface="Arial"/>
                <a:cs typeface="Arial"/>
              </a:rPr>
              <a:t> </a:t>
            </a:r>
            <a:r>
              <a:rPr dirty="0" sz="1200" spc="-30" b="1">
                <a:solidFill>
                  <a:srgbClr val="FDFDFB"/>
                </a:solidFill>
                <a:latin typeface="Arial"/>
                <a:cs typeface="Arial"/>
              </a:rPr>
              <a:t>Review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6123" y="2955987"/>
            <a:ext cx="1428750" cy="219075"/>
          </a:xfrm>
          <a:prstGeom prst="rect">
            <a:avLst/>
          </a:prstGeom>
          <a:solidFill>
            <a:srgbClr val="F49156"/>
          </a:solidFill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dirty="0" sz="1200" spc="-50" b="1">
                <a:solidFill>
                  <a:srgbClr val="FDFDFB"/>
                </a:solidFill>
                <a:latin typeface="Arial"/>
                <a:cs typeface="Arial"/>
              </a:rPr>
              <a:t>Alpha</a:t>
            </a:r>
            <a:r>
              <a:rPr dirty="0" sz="1200" spc="-130" b="1">
                <a:solidFill>
                  <a:srgbClr val="FDFDFB"/>
                </a:solidFill>
                <a:latin typeface="Arial"/>
                <a:cs typeface="Arial"/>
              </a:rPr>
              <a:t> </a:t>
            </a:r>
            <a:r>
              <a:rPr dirty="0" sz="1200" spc="-55" b="1">
                <a:solidFill>
                  <a:srgbClr val="FDFDFB"/>
                </a:solidFill>
                <a:latin typeface="Arial"/>
                <a:cs typeface="Arial"/>
              </a:rPr>
              <a:t>Code</a:t>
            </a:r>
            <a:r>
              <a:rPr dirty="0" sz="1200" spc="-75" b="1">
                <a:solidFill>
                  <a:srgbClr val="FDFDFB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FDFDFB"/>
                </a:solidFill>
                <a:latin typeface="Arial"/>
                <a:cs typeface="Arial"/>
              </a:rPr>
              <a:t>Analyzer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2542" y="3527176"/>
            <a:ext cx="43497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311F3B"/>
                </a:solidFill>
                <a:latin typeface="Arial"/>
                <a:cs typeface="Arial"/>
              </a:rPr>
              <a:t>Speed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56570" y="3527176"/>
            <a:ext cx="86042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11F3B"/>
                </a:solidFill>
                <a:latin typeface="Arial"/>
                <a:cs typeface="Arial"/>
              </a:rPr>
              <a:t>30+</a:t>
            </a:r>
            <a:r>
              <a:rPr dirty="0" sz="1150" spc="25">
                <a:solidFill>
                  <a:srgbClr val="311F3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11F3B"/>
                </a:solidFill>
                <a:latin typeface="Arial"/>
                <a:cs typeface="Arial"/>
              </a:rPr>
              <a:t>Minutes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24868" y="3527176"/>
            <a:ext cx="8629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4B3459"/>
                </a:solidFill>
                <a:latin typeface="Arial"/>
                <a:cs typeface="Arial"/>
              </a:rPr>
              <a:t>~</a:t>
            </a:r>
            <a:r>
              <a:rPr dirty="0" sz="1150">
                <a:solidFill>
                  <a:srgbClr val="311F3B"/>
                </a:solidFill>
                <a:latin typeface="Arial"/>
                <a:cs typeface="Arial"/>
              </a:rPr>
              <a:t>15</a:t>
            </a:r>
            <a:r>
              <a:rPr dirty="0" sz="1150" spc="10">
                <a:solidFill>
                  <a:srgbClr val="311F3B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311F3B"/>
                </a:solidFill>
                <a:latin typeface="Arial"/>
                <a:cs typeface="Arial"/>
              </a:rPr>
              <a:t>Seconds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1770" y="4107046"/>
            <a:ext cx="82931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311F3B"/>
                </a:solidFill>
                <a:latin typeface="Arial"/>
                <a:cs typeface="Arial"/>
              </a:rPr>
              <a:t>Consistency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61022" y="4107046"/>
            <a:ext cx="1644014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20">
                <a:solidFill>
                  <a:srgbClr val="311F3B"/>
                </a:solidFill>
                <a:latin typeface="Arial"/>
                <a:cs typeface="Arial"/>
              </a:rPr>
              <a:t>Subjective</a:t>
            </a:r>
            <a:r>
              <a:rPr dirty="0" sz="1150" spc="20">
                <a:solidFill>
                  <a:srgbClr val="4B3459"/>
                </a:solidFill>
                <a:latin typeface="Arial"/>
                <a:cs typeface="Arial"/>
              </a:rPr>
              <a:t>/</a:t>
            </a:r>
            <a:r>
              <a:rPr dirty="0" sz="1150" spc="20">
                <a:solidFill>
                  <a:srgbClr val="311F3B"/>
                </a:solidFill>
                <a:latin typeface="Arial"/>
                <a:cs typeface="Arial"/>
              </a:rPr>
              <a:t>Human</a:t>
            </a:r>
            <a:r>
              <a:rPr dirty="0" sz="1150" spc="-105">
                <a:solidFill>
                  <a:srgbClr val="311F3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11F3B"/>
                </a:solidFill>
                <a:latin typeface="Arial"/>
                <a:cs typeface="Arial"/>
              </a:rPr>
              <a:t>Error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02754" y="4107046"/>
            <a:ext cx="131000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311F3B"/>
                </a:solidFill>
                <a:latin typeface="Arial"/>
                <a:cs typeface="Arial"/>
              </a:rPr>
              <a:t>High</a:t>
            </a:r>
            <a:r>
              <a:rPr dirty="0" sz="1150" spc="-10">
                <a:solidFill>
                  <a:srgbClr val="5D4B6B"/>
                </a:solidFill>
                <a:latin typeface="Arial"/>
                <a:cs typeface="Arial"/>
              </a:rPr>
              <a:t>/</a:t>
            </a:r>
            <a:r>
              <a:rPr dirty="0" sz="1150" spc="-10">
                <a:solidFill>
                  <a:srgbClr val="311F3B"/>
                </a:solidFill>
                <a:latin typeface="Arial"/>
                <a:cs typeface="Arial"/>
              </a:rPr>
              <a:t>Determ</a:t>
            </a:r>
            <a:r>
              <a:rPr dirty="0" sz="1150" spc="-10">
                <a:solidFill>
                  <a:srgbClr val="4B3459"/>
                </a:solidFill>
                <a:latin typeface="Arial"/>
                <a:cs typeface="Arial"/>
              </a:rPr>
              <a:t>i</a:t>
            </a:r>
            <a:r>
              <a:rPr dirty="0" sz="1150" spc="-10">
                <a:solidFill>
                  <a:srgbClr val="311F3B"/>
                </a:solidFill>
                <a:latin typeface="Arial"/>
                <a:cs typeface="Arial"/>
              </a:rPr>
              <a:t>nistic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47952" y="4681497"/>
            <a:ext cx="422909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0">
                <a:solidFill>
                  <a:srgbClr val="311F3B"/>
                </a:solidFill>
                <a:latin typeface="Arial"/>
                <a:cs typeface="Arial"/>
              </a:rPr>
              <a:t>Scope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30400" y="4686916"/>
            <a:ext cx="91059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11F3B"/>
                </a:solidFill>
                <a:latin typeface="Arial"/>
                <a:cs typeface="Arial"/>
              </a:rPr>
              <a:t>Limited</a:t>
            </a:r>
            <a:r>
              <a:rPr dirty="0" sz="1150" spc="105">
                <a:solidFill>
                  <a:srgbClr val="311F3B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311F3B"/>
                </a:solidFill>
                <a:latin typeface="Arial"/>
                <a:cs typeface="Arial"/>
              </a:rPr>
              <a:t>focus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43280" y="4681497"/>
            <a:ext cx="1023619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11F3B"/>
                </a:solidFill>
                <a:latin typeface="Arial"/>
                <a:cs typeface="Arial"/>
              </a:rPr>
              <a:t>Full</a:t>
            </a:r>
            <a:r>
              <a:rPr dirty="0" sz="1150" spc="-15">
                <a:solidFill>
                  <a:srgbClr val="311F3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11F3B"/>
                </a:solidFill>
                <a:latin typeface="Arial"/>
                <a:cs typeface="Arial"/>
              </a:rPr>
              <a:t>Repositor</a:t>
            </a:r>
            <a:r>
              <a:rPr dirty="0" sz="1150" spc="-10">
                <a:solidFill>
                  <a:srgbClr val="4B3459"/>
                </a:solidFill>
                <a:latin typeface="Arial"/>
                <a:cs typeface="Arial"/>
              </a:rPr>
              <a:t>y</a:t>
            </a:r>
            <a:endParaRPr sz="11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3281" y="5255947"/>
            <a:ext cx="69215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65">
                <a:solidFill>
                  <a:srgbClr val="311F3B"/>
                </a:solidFill>
                <a:latin typeface="Arial"/>
                <a:cs typeface="Arial"/>
              </a:rPr>
              <a:t>Unit</a:t>
            </a:r>
            <a:r>
              <a:rPr dirty="0" sz="1150" spc="-145">
                <a:solidFill>
                  <a:srgbClr val="311F3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11F3B"/>
                </a:solidFill>
                <a:latin typeface="Arial"/>
                <a:cs typeface="Arial"/>
              </a:rPr>
              <a:t>Tests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01589" y="5255947"/>
            <a:ext cx="963294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60">
                <a:solidFill>
                  <a:srgbClr val="311F3B"/>
                </a:solidFill>
                <a:latin typeface="Arial"/>
                <a:cs typeface="Arial"/>
              </a:rPr>
              <a:t>Often</a:t>
            </a:r>
            <a:r>
              <a:rPr dirty="0" sz="1150" spc="-140">
                <a:solidFill>
                  <a:srgbClr val="311F3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11F3B"/>
                </a:solidFill>
                <a:latin typeface="Arial"/>
                <a:cs typeface="Arial"/>
              </a:rPr>
              <a:t>skipped</a:t>
            </a:r>
            <a:endParaRPr sz="11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22644" y="5255947"/>
            <a:ext cx="127571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11F3B"/>
                </a:solidFill>
                <a:latin typeface="Arial"/>
                <a:cs typeface="Arial"/>
              </a:rPr>
              <a:t>In</a:t>
            </a:r>
            <a:r>
              <a:rPr dirty="0" sz="1150">
                <a:solidFill>
                  <a:srgbClr val="4B3459"/>
                </a:solidFill>
                <a:latin typeface="Arial"/>
                <a:cs typeface="Arial"/>
              </a:rPr>
              <a:t>s</a:t>
            </a:r>
            <a:r>
              <a:rPr dirty="0" sz="1150">
                <a:solidFill>
                  <a:srgbClr val="311F3B"/>
                </a:solidFill>
                <a:latin typeface="Arial"/>
                <a:cs typeface="Arial"/>
              </a:rPr>
              <a:t>tan</a:t>
            </a:r>
            <a:r>
              <a:rPr dirty="0" sz="1150">
                <a:solidFill>
                  <a:srgbClr val="4B3459"/>
                </a:solidFill>
                <a:latin typeface="Arial"/>
                <a:cs typeface="Arial"/>
              </a:rPr>
              <a:t>t</a:t>
            </a:r>
            <a:r>
              <a:rPr dirty="0" sz="1150" spc="60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11F3B"/>
                </a:solidFill>
                <a:latin typeface="Arial"/>
                <a:cs typeface="Arial"/>
              </a:rPr>
              <a:t>Genera</a:t>
            </a:r>
            <a:r>
              <a:rPr dirty="0" sz="1150" spc="-10">
                <a:solidFill>
                  <a:srgbClr val="4B3459"/>
                </a:solidFill>
                <a:latin typeface="Arial"/>
                <a:cs typeface="Arial"/>
              </a:rPr>
              <a:t>ti</a:t>
            </a:r>
            <a:r>
              <a:rPr dirty="0" sz="1150" spc="-10">
                <a:solidFill>
                  <a:srgbClr val="311F3B"/>
                </a:solidFill>
                <a:latin typeface="Arial"/>
                <a:cs typeface="Arial"/>
              </a:rPr>
              <a:t>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90652" y="5830398"/>
            <a:ext cx="33782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0">
                <a:solidFill>
                  <a:srgbClr val="311F3B"/>
                </a:solidFill>
                <a:latin typeface="Arial"/>
                <a:cs typeface="Arial"/>
              </a:rPr>
              <a:t>Cost</a:t>
            </a:r>
            <a:endParaRPr sz="11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48075" y="5824979"/>
            <a:ext cx="108077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11F3B"/>
                </a:solidFill>
                <a:latin typeface="Arial"/>
                <a:cs typeface="Arial"/>
              </a:rPr>
              <a:t>High</a:t>
            </a:r>
            <a:r>
              <a:rPr dirty="0" sz="1150" spc="-95">
                <a:solidFill>
                  <a:srgbClr val="311F3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1F3B"/>
                </a:solidFill>
                <a:latin typeface="Arial"/>
                <a:cs typeface="Arial"/>
              </a:rPr>
              <a:t>De</a:t>
            </a:r>
            <a:r>
              <a:rPr dirty="0" sz="1150">
                <a:solidFill>
                  <a:srgbClr val="4B3459"/>
                </a:solidFill>
                <a:latin typeface="Arial"/>
                <a:cs typeface="Arial"/>
              </a:rPr>
              <a:t>v</a:t>
            </a:r>
            <a:r>
              <a:rPr dirty="0" sz="1150" spc="35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11F3B"/>
                </a:solidFill>
                <a:latin typeface="Arial"/>
                <a:cs typeface="Arial"/>
              </a:rPr>
              <a:t>Hours</a:t>
            </a:r>
            <a:endParaRPr sz="11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28364" y="5830398"/>
            <a:ext cx="107061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11F3B"/>
                </a:solidFill>
                <a:latin typeface="Arial"/>
                <a:cs typeface="Arial"/>
              </a:rPr>
              <a:t>Lo</a:t>
            </a:r>
            <a:r>
              <a:rPr dirty="0" sz="1150">
                <a:solidFill>
                  <a:srgbClr val="4B3459"/>
                </a:solidFill>
                <a:latin typeface="Arial"/>
                <a:cs typeface="Arial"/>
              </a:rPr>
              <a:t>w</a:t>
            </a:r>
            <a:r>
              <a:rPr dirty="0" sz="1150" spc="25">
                <a:solidFill>
                  <a:srgbClr val="4B3459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1F3B"/>
                </a:solidFill>
                <a:latin typeface="Arial"/>
                <a:cs typeface="Arial"/>
              </a:rPr>
              <a:t>API</a:t>
            </a:r>
            <a:r>
              <a:rPr dirty="0" sz="1150" spc="-160">
                <a:solidFill>
                  <a:srgbClr val="311F3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11F3B"/>
                </a:solidFill>
                <a:latin typeface="Arial"/>
                <a:cs typeface="Arial"/>
              </a:rPr>
              <a:t>To</a:t>
            </a:r>
            <a:r>
              <a:rPr dirty="0" sz="1150" spc="-10">
                <a:solidFill>
                  <a:srgbClr val="4B3459"/>
                </a:solidFill>
                <a:latin typeface="Arial"/>
                <a:cs typeface="Arial"/>
              </a:rPr>
              <a:t>k</a:t>
            </a:r>
            <a:r>
              <a:rPr dirty="0" sz="1150" spc="-10">
                <a:solidFill>
                  <a:srgbClr val="311F3B"/>
                </a:solidFill>
                <a:latin typeface="Arial"/>
                <a:cs typeface="Arial"/>
              </a:rPr>
              <a:t>e</a:t>
            </a:r>
            <a:r>
              <a:rPr dirty="0" sz="1150" spc="-10">
                <a:solidFill>
                  <a:srgbClr val="4B3459"/>
                </a:solidFill>
                <a:latin typeface="Arial"/>
                <a:cs typeface="Arial"/>
              </a:rPr>
              <a:t>n</a:t>
            </a:r>
            <a:r>
              <a:rPr dirty="0" sz="1150" spc="-10">
                <a:solidFill>
                  <a:srgbClr val="311F3B"/>
                </a:solidFill>
                <a:latin typeface="Arial"/>
                <a:cs typeface="Arial"/>
              </a:rPr>
              <a:t>s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25710" y="2481065"/>
            <a:ext cx="3903345" cy="11760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970" marR="5080" indent="-1905">
              <a:lnSpc>
                <a:spcPct val="112599"/>
              </a:lnSpc>
              <a:spcBef>
                <a:spcPts val="100"/>
              </a:spcBef>
            </a:pPr>
            <a:r>
              <a:rPr dirty="0" sz="3350" spc="155">
                <a:solidFill>
                  <a:srgbClr val="24112F"/>
                </a:solidFill>
              </a:rPr>
              <a:t>Future</a:t>
            </a:r>
            <a:r>
              <a:rPr dirty="0" sz="3350" spc="-15">
                <a:solidFill>
                  <a:srgbClr val="24112F"/>
                </a:solidFill>
              </a:rPr>
              <a:t> </a:t>
            </a:r>
            <a:r>
              <a:rPr dirty="0" sz="3350" spc="80">
                <a:solidFill>
                  <a:srgbClr val="24112F"/>
                </a:solidFill>
              </a:rPr>
              <a:t>Engineering </a:t>
            </a:r>
            <a:r>
              <a:rPr dirty="0" sz="3350" spc="-10">
                <a:solidFill>
                  <a:srgbClr val="24112F"/>
                </a:solidFill>
              </a:rPr>
              <a:t>Excellence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009930" y="3772678"/>
            <a:ext cx="5132705" cy="1208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 indent="4445">
              <a:lnSpc>
                <a:spcPct val="133400"/>
              </a:lnSpc>
              <a:spcBef>
                <a:spcPts val="125"/>
              </a:spcBef>
            </a:pPr>
            <a:r>
              <a:rPr dirty="0" sz="1450" spc="50">
                <a:solidFill>
                  <a:srgbClr val="493159"/>
                </a:solidFill>
                <a:latin typeface="Arial"/>
                <a:cs typeface="Arial"/>
              </a:rPr>
              <a:t>By</a:t>
            </a:r>
            <a:r>
              <a:rPr dirty="0" sz="1450" spc="-60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93159"/>
                </a:solidFill>
                <a:latin typeface="Arial"/>
                <a:cs typeface="Arial"/>
              </a:rPr>
              <a:t>combining</a:t>
            </a:r>
            <a:r>
              <a:rPr dirty="0" sz="1450" spc="-95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93159"/>
                </a:solidFill>
                <a:latin typeface="Arial"/>
                <a:cs typeface="Arial"/>
              </a:rPr>
              <a:t>Streamlit</a:t>
            </a:r>
            <a:r>
              <a:rPr dirty="0" sz="1450" spc="130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 spc="55">
                <a:solidFill>
                  <a:srgbClr val="493159"/>
                </a:solidFill>
                <a:latin typeface="Arial"/>
                <a:cs typeface="Arial"/>
              </a:rPr>
              <a:t>UI</a:t>
            </a:r>
            <a:r>
              <a:rPr dirty="0" sz="1450" spc="50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 spc="95">
                <a:solidFill>
                  <a:srgbClr val="493159"/>
                </a:solidFill>
                <a:latin typeface="Arial"/>
                <a:cs typeface="Arial"/>
              </a:rPr>
              <a:t>with</a:t>
            </a:r>
            <a:r>
              <a:rPr dirty="0" sz="1450" spc="-85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493159"/>
                </a:solidFill>
                <a:latin typeface="Arial"/>
                <a:cs typeface="Arial"/>
              </a:rPr>
              <a:t>GPT-</a:t>
            </a:r>
            <a:r>
              <a:rPr dirty="0" sz="1450">
                <a:solidFill>
                  <a:srgbClr val="493159"/>
                </a:solidFill>
                <a:latin typeface="Arial"/>
                <a:cs typeface="Arial"/>
              </a:rPr>
              <a:t>4o</a:t>
            </a:r>
            <a:r>
              <a:rPr dirty="0" sz="1450" spc="15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93159"/>
                </a:solidFill>
                <a:latin typeface="Arial"/>
                <a:cs typeface="Arial"/>
              </a:rPr>
              <a:t>reasoning</a:t>
            </a:r>
            <a:r>
              <a:rPr dirty="0" sz="1450">
                <a:solidFill>
                  <a:srgbClr val="665474"/>
                </a:solidFill>
                <a:latin typeface="Arial"/>
                <a:cs typeface="Arial"/>
              </a:rPr>
              <a:t>,</a:t>
            </a:r>
            <a:r>
              <a:rPr dirty="0" sz="1450" spc="-160">
                <a:solidFill>
                  <a:srgbClr val="665474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93159"/>
                </a:solidFill>
                <a:latin typeface="Arial"/>
                <a:cs typeface="Arial"/>
              </a:rPr>
              <a:t>the</a:t>
            </a:r>
            <a:r>
              <a:rPr dirty="0" sz="1450" spc="229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493159"/>
                </a:solidFill>
                <a:latin typeface="Arial"/>
                <a:cs typeface="Arial"/>
              </a:rPr>
              <a:t>Alpha </a:t>
            </a:r>
            <a:r>
              <a:rPr dirty="0" sz="1450">
                <a:solidFill>
                  <a:srgbClr val="493159"/>
                </a:solidFill>
                <a:latin typeface="Arial"/>
                <a:cs typeface="Arial"/>
              </a:rPr>
              <a:t>Code</a:t>
            </a:r>
            <a:r>
              <a:rPr dirty="0" sz="1450" spc="-65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93159"/>
                </a:solidFill>
                <a:latin typeface="Arial"/>
                <a:cs typeface="Arial"/>
              </a:rPr>
              <a:t>Analyzer</a:t>
            </a:r>
            <a:r>
              <a:rPr dirty="0" sz="1450" spc="155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93159"/>
                </a:solidFill>
                <a:latin typeface="Arial"/>
                <a:cs typeface="Arial"/>
              </a:rPr>
              <a:t>reduces maintenance</a:t>
            </a:r>
            <a:r>
              <a:rPr dirty="0" sz="1450" spc="120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93159"/>
                </a:solidFill>
                <a:latin typeface="Arial"/>
                <a:cs typeface="Arial"/>
              </a:rPr>
              <a:t>overhead,</a:t>
            </a:r>
            <a:r>
              <a:rPr dirty="0" sz="1450" spc="-55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93159"/>
                </a:solidFill>
                <a:latin typeface="Arial"/>
                <a:cs typeface="Arial"/>
              </a:rPr>
              <a:t>ensures</a:t>
            </a:r>
            <a:r>
              <a:rPr dirty="0" sz="1450" spc="15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493159"/>
                </a:solidFill>
                <a:latin typeface="Arial"/>
                <a:cs typeface="Arial"/>
              </a:rPr>
              <a:t>high </a:t>
            </a:r>
            <a:r>
              <a:rPr dirty="0" sz="1450" spc="10">
                <a:solidFill>
                  <a:srgbClr val="493159"/>
                </a:solidFill>
                <a:latin typeface="Arial"/>
                <a:cs typeface="Arial"/>
              </a:rPr>
              <a:t>code</a:t>
            </a:r>
            <a:r>
              <a:rPr dirty="0" sz="1450" spc="-95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 spc="10">
                <a:solidFill>
                  <a:srgbClr val="493159"/>
                </a:solidFill>
                <a:latin typeface="Arial"/>
                <a:cs typeface="Arial"/>
              </a:rPr>
              <a:t>quality,</a:t>
            </a:r>
            <a:r>
              <a:rPr dirty="0" sz="1450" spc="-25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93159"/>
                </a:solidFill>
                <a:latin typeface="Arial"/>
                <a:cs typeface="Arial"/>
              </a:rPr>
              <a:t>and</a:t>
            </a:r>
            <a:r>
              <a:rPr dirty="0" sz="1450" spc="-15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93159"/>
                </a:solidFill>
                <a:latin typeface="Arial"/>
                <a:cs typeface="Arial"/>
              </a:rPr>
              <a:t>accelerates</a:t>
            </a:r>
            <a:r>
              <a:rPr dirty="0" sz="1450" spc="114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 spc="10">
                <a:solidFill>
                  <a:srgbClr val="493159"/>
                </a:solidFill>
                <a:latin typeface="Arial"/>
                <a:cs typeface="Arial"/>
              </a:rPr>
              <a:t>development</a:t>
            </a:r>
            <a:r>
              <a:rPr dirty="0" sz="1450" spc="110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 spc="10">
                <a:solidFill>
                  <a:srgbClr val="493159"/>
                </a:solidFill>
                <a:latin typeface="Arial"/>
                <a:cs typeface="Arial"/>
              </a:rPr>
              <a:t>timelines</a:t>
            </a:r>
            <a:r>
              <a:rPr dirty="0" sz="1450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 spc="10">
                <a:solidFill>
                  <a:srgbClr val="493159"/>
                </a:solidFill>
                <a:latin typeface="Arial"/>
                <a:cs typeface="Arial"/>
              </a:rPr>
              <a:t>to</a:t>
            </a:r>
            <a:r>
              <a:rPr dirty="0" sz="1450" spc="155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493159"/>
                </a:solidFill>
                <a:latin typeface="Arial"/>
                <a:cs typeface="Arial"/>
              </a:rPr>
              <a:t>ship </a:t>
            </a:r>
            <a:r>
              <a:rPr dirty="0" sz="1450" spc="65">
                <a:solidFill>
                  <a:srgbClr val="493159"/>
                </a:solidFill>
                <a:latin typeface="Arial"/>
                <a:cs typeface="Arial"/>
              </a:rPr>
              <a:t>better</a:t>
            </a:r>
            <a:r>
              <a:rPr dirty="0" sz="1450" spc="5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493159"/>
                </a:solidFill>
                <a:latin typeface="Arial"/>
                <a:cs typeface="Arial"/>
              </a:rPr>
              <a:t>code</a:t>
            </a:r>
            <a:r>
              <a:rPr dirty="0" sz="1450" spc="-95">
                <a:solidFill>
                  <a:srgbClr val="493159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493159"/>
                </a:solidFill>
                <a:latin typeface="Arial"/>
                <a:cs typeface="Arial"/>
              </a:rPr>
              <a:t>faster.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500">
                <a:solidFill>
                  <a:srgbClr val="24112F"/>
                </a:solidFill>
              </a:rPr>
              <a:t>Open</a:t>
            </a:r>
            <a:r>
              <a:rPr dirty="0" sz="3500" spc="-40">
                <a:solidFill>
                  <a:srgbClr val="24112F"/>
                </a:solidFill>
              </a:rPr>
              <a:t> </a:t>
            </a:r>
            <a:r>
              <a:rPr dirty="0" sz="3500">
                <a:solidFill>
                  <a:srgbClr val="24112F"/>
                </a:solidFill>
              </a:rPr>
              <a:t>to</a:t>
            </a:r>
            <a:r>
              <a:rPr dirty="0" sz="3500" spc="270">
                <a:solidFill>
                  <a:srgbClr val="24112F"/>
                </a:solidFill>
              </a:rPr>
              <a:t> </a:t>
            </a:r>
            <a:r>
              <a:rPr dirty="0" sz="3500" spc="-10">
                <a:solidFill>
                  <a:srgbClr val="24112F"/>
                </a:solidFill>
              </a:rPr>
              <a:t>questions!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554514" y="4112085"/>
            <a:ext cx="2135505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600" spc="-155" b="1">
                <a:solidFill>
                  <a:srgbClr val="24112F"/>
                </a:solidFill>
                <a:latin typeface="Arial"/>
                <a:cs typeface="Arial"/>
              </a:rPr>
              <a:t>Thank</a:t>
            </a:r>
            <a:r>
              <a:rPr dirty="0" sz="3600" spc="-90" b="1">
                <a:solidFill>
                  <a:srgbClr val="24112F"/>
                </a:solidFill>
                <a:latin typeface="Arial"/>
                <a:cs typeface="Arial"/>
              </a:rPr>
              <a:t> </a:t>
            </a:r>
            <a:r>
              <a:rPr dirty="0" sz="3600" spc="-350" b="1">
                <a:solidFill>
                  <a:srgbClr val="24112F"/>
                </a:solidFill>
                <a:latin typeface="Arial"/>
                <a:cs typeface="Arial"/>
              </a:rPr>
              <a:t>You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2026-04-30T12:33:34Z</dcterms:created>
  <dcterms:modified xsi:type="dcterms:W3CDTF">2026-04-30T12:33:34Z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2026-04-30T00:00:00Z</vt:filetime>
  </property>
  <property fmtid="{D5CDD505-2E9C-101B-9397-08002B2CF9AE}" pid="3" name="LastSaved">
    <vt:filetime>2026-04-30T00:00:00Z</vt:filetime>
  </property>
  <property fmtid="{D5CDD505-2E9C-101B-9397-08002B2CF9AE}" pid="4" name="Producer">
    <vt:lpwstr>Pdftools SDK</vt:lpwstr>
  </property>
</Properties>
</file>